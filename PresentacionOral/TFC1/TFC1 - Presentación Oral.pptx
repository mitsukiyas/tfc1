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lear Sans Bold" charset="1" panose="020B0803030202020304"/>
      <p:regular r:id="rId23"/>
    </p:embeddedFont>
    <p:embeddedFont>
      <p:font typeface="Clear Sans" charset="1" panose="020B0503030202020304"/>
      <p:regular r:id="rId24"/>
    </p:embeddedFont>
    <p:embeddedFont>
      <p:font typeface="Helvetica World" charset="1" panose="020B0500040000020004"/>
      <p:regular r:id="rId25"/>
    </p:embeddedFont>
    <p:embeddedFont>
      <p:font typeface="Now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https://e360.yale.edu/digest/renewable-capacity-irena-2024" TargetMode="External" Type="http://schemas.openxmlformats.org/officeDocument/2006/relationships/hyperlink"/><Relationship Id="rId5" Target="http://antecursor.net/antecursor-fotovoltaico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3787" y="1633269"/>
            <a:ext cx="14040425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Diseño de un Robot Autónomo para la Medición de Variables Climáticas en Sistemas Fotovoltaicos</a:t>
            </a:r>
          </a:p>
          <a:p>
            <a:pPr algn="ctr">
              <a:lnSpc>
                <a:spcPts val="99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986805" y="7181250"/>
            <a:ext cx="862410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3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Pontificia Universidad Católica del Perú</a:t>
            </a:r>
          </a:p>
          <a:p>
            <a:pPr algn="ctr">
              <a:lnSpc>
                <a:spcPts val="495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805345" y="8219475"/>
            <a:ext cx="6987029" cy="160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3999">
                <a:solidFill>
                  <a:srgbClr val="263C4D"/>
                </a:solidFill>
                <a:latin typeface="Clear Sans"/>
                <a:ea typeface="Clear Sans"/>
                <a:cs typeface="Clear Sans"/>
                <a:sym typeface="Clear Sans"/>
              </a:rPr>
              <a:t>Pedro Mitsuki Yasuda Larrea</a:t>
            </a:r>
          </a:p>
          <a:p>
            <a:pPr algn="ctr">
              <a:lnSpc>
                <a:spcPts val="65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070817" y="6227515"/>
            <a:ext cx="6146366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3000">
                <a:solidFill>
                  <a:srgbClr val="263C4D"/>
                </a:solidFill>
                <a:latin typeface="Clear Sans"/>
                <a:ea typeface="Clear Sans"/>
                <a:cs typeface="Clear Sans"/>
                <a:sym typeface="Clear Sans"/>
              </a:rPr>
              <a:t>Trabajo de Fin de Carrera</a:t>
            </a:r>
          </a:p>
          <a:p>
            <a:pPr algn="ctr">
              <a:lnSpc>
                <a:spcPts val="4950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1028700" y="5812712"/>
            <a:ext cx="16230600" cy="0"/>
          </a:xfrm>
          <a:prstGeom prst="line">
            <a:avLst/>
          </a:prstGeom>
          <a:ln cap="flat" w="38100">
            <a:solidFill>
              <a:srgbClr val="263C4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566" y="1628965"/>
            <a:ext cx="8644434" cy="1449021"/>
            <a:chOff x="0" y="0"/>
            <a:chExt cx="2276723" cy="381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723" cy="381635"/>
            </a:xfrm>
            <a:custGeom>
              <a:avLst/>
              <a:gdLst/>
              <a:ahLst/>
              <a:cxnLst/>
              <a:rect r="r" b="b" t="t" l="l"/>
              <a:pathLst>
                <a:path h="381635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359245"/>
                  </a:lnTo>
                  <a:cubicBezTo>
                    <a:pt x="2276723" y="371611"/>
                    <a:pt x="2266699" y="381635"/>
                    <a:pt x="2254333" y="381635"/>
                  </a:cubicBezTo>
                  <a:lnTo>
                    <a:pt x="22390" y="381635"/>
                  </a:lnTo>
                  <a:cubicBezTo>
                    <a:pt x="16452" y="381635"/>
                    <a:pt x="10757" y="379276"/>
                    <a:pt x="6558" y="375077"/>
                  </a:cubicBezTo>
                  <a:cubicBezTo>
                    <a:pt x="2359" y="370878"/>
                    <a:pt x="0" y="365183"/>
                    <a:pt x="0" y="359245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276723" cy="4578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La industria de energía fotovoltaica ha  pasado por un crecimiento sin precedentes en los últimos años.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77986"/>
            <a:ext cx="7929489" cy="5118547"/>
          </a:xfrm>
          <a:custGeom>
            <a:avLst/>
            <a:gdLst/>
            <a:ahLst/>
            <a:cxnLst/>
            <a:rect r="r" b="b" t="t" l="l"/>
            <a:pathLst>
              <a:path h="5118547" w="7929489">
                <a:moveTo>
                  <a:pt x="0" y="0"/>
                </a:moveTo>
                <a:lnTo>
                  <a:pt x="7929489" y="0"/>
                </a:lnTo>
                <a:lnTo>
                  <a:pt x="7929489" y="5118547"/>
                </a:lnTo>
                <a:lnTo>
                  <a:pt x="0" y="511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9566" y="8533790"/>
            <a:ext cx="8644434" cy="1449021"/>
            <a:chOff x="0" y="0"/>
            <a:chExt cx="2276723" cy="3816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6723" cy="381635"/>
            </a:xfrm>
            <a:custGeom>
              <a:avLst/>
              <a:gdLst/>
              <a:ahLst/>
              <a:cxnLst/>
              <a:rect r="r" b="b" t="t" l="l"/>
              <a:pathLst>
                <a:path h="381635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359245"/>
                  </a:lnTo>
                  <a:cubicBezTo>
                    <a:pt x="2276723" y="371611"/>
                    <a:pt x="2266699" y="381635"/>
                    <a:pt x="2254333" y="381635"/>
                  </a:cubicBezTo>
                  <a:lnTo>
                    <a:pt x="22390" y="381635"/>
                  </a:lnTo>
                  <a:cubicBezTo>
                    <a:pt x="16452" y="381635"/>
                    <a:pt x="10757" y="379276"/>
                    <a:pt x="6558" y="375077"/>
                  </a:cubicBezTo>
                  <a:cubicBezTo>
                    <a:pt x="2359" y="370878"/>
                    <a:pt x="0" y="365183"/>
                    <a:pt x="0" y="359245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76723" cy="4578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 2025, creció un </a:t>
              </a:r>
              <a:r>
                <a:rPr lang="en-US" sz="2500" spc="25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30%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 Y en 2026 llegó a los </a:t>
              </a:r>
              <a:r>
                <a:rPr lang="en-US" sz="2500" spc="25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 TW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Representando un</a:t>
              </a:r>
              <a:r>
                <a:rPr lang="en-US" sz="2500" spc="25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77%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de nueva capacidad para ER.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405214" y="3240279"/>
            <a:ext cx="8320586" cy="6240440"/>
          </a:xfrm>
          <a:custGeom>
            <a:avLst/>
            <a:gdLst/>
            <a:ahLst/>
            <a:cxnLst/>
            <a:rect r="r" b="b" t="t" l="l"/>
            <a:pathLst>
              <a:path h="6240440" w="8320586">
                <a:moveTo>
                  <a:pt x="0" y="0"/>
                </a:moveTo>
                <a:lnTo>
                  <a:pt x="8320586" y="0"/>
                </a:lnTo>
                <a:lnTo>
                  <a:pt x="8320586" y="6240440"/>
                </a:lnTo>
                <a:lnTo>
                  <a:pt x="0" y="6240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751F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9405214" y="1628965"/>
            <a:ext cx="8644434" cy="1449021"/>
            <a:chOff x="0" y="0"/>
            <a:chExt cx="2276723" cy="381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6723" cy="381635"/>
            </a:xfrm>
            <a:custGeom>
              <a:avLst/>
              <a:gdLst/>
              <a:ahLst/>
              <a:cxnLst/>
              <a:rect r="r" b="b" t="t" l="l"/>
              <a:pathLst>
                <a:path h="381635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359245"/>
                  </a:lnTo>
                  <a:cubicBezTo>
                    <a:pt x="2276723" y="371611"/>
                    <a:pt x="2266699" y="381635"/>
                    <a:pt x="2254333" y="381635"/>
                  </a:cubicBezTo>
                  <a:lnTo>
                    <a:pt x="22390" y="381635"/>
                  </a:lnTo>
                  <a:cubicBezTo>
                    <a:pt x="16452" y="381635"/>
                    <a:pt x="10757" y="379276"/>
                    <a:pt x="6558" y="375077"/>
                  </a:cubicBezTo>
                  <a:cubicBezTo>
                    <a:pt x="2359" y="370878"/>
                    <a:pt x="0" y="365183"/>
                    <a:pt x="0" y="359245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276723" cy="4578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Las plantas solares modernas se construyen sobre montañas y terrenos irregulares.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82031" y="6360499"/>
            <a:ext cx="1319769" cy="1319769"/>
          </a:xfrm>
          <a:custGeom>
            <a:avLst/>
            <a:gdLst/>
            <a:ahLst/>
            <a:cxnLst/>
            <a:rect r="r" b="b" t="t" l="l"/>
            <a:pathLst>
              <a:path h="1319769" w="1319769">
                <a:moveTo>
                  <a:pt x="0" y="0"/>
                </a:moveTo>
                <a:lnTo>
                  <a:pt x="1319769" y="0"/>
                </a:lnTo>
                <a:lnTo>
                  <a:pt x="1319769" y="1319769"/>
                </a:lnTo>
                <a:lnTo>
                  <a:pt x="0" y="13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99566" y="304800"/>
            <a:ext cx="485950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Introducción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408368" y="7214021"/>
            <a:ext cx="1319769" cy="1319769"/>
          </a:xfrm>
          <a:custGeom>
            <a:avLst/>
            <a:gdLst/>
            <a:ahLst/>
            <a:cxnLst/>
            <a:rect r="r" b="b" t="t" l="l"/>
            <a:pathLst>
              <a:path h="1319769" w="1319769">
                <a:moveTo>
                  <a:pt x="0" y="0"/>
                </a:moveTo>
                <a:lnTo>
                  <a:pt x="1319769" y="0"/>
                </a:lnTo>
                <a:lnTo>
                  <a:pt x="1319769" y="1319769"/>
                </a:lnTo>
                <a:lnTo>
                  <a:pt x="0" y="13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7948883"/>
            <a:ext cx="725577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2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Solar PV Key Facts for 2024. REN21, 2025.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05214" y="9385469"/>
            <a:ext cx="818286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2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Solar can be installed on uneven, hilly sites with relative ease. B. Ludt, 2019.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566" y="2155134"/>
            <a:ext cx="8644434" cy="1836508"/>
            <a:chOff x="0" y="0"/>
            <a:chExt cx="2276723" cy="483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723" cy="483689"/>
            </a:xfrm>
            <a:custGeom>
              <a:avLst/>
              <a:gdLst/>
              <a:ahLst/>
              <a:cxnLst/>
              <a:rect r="r" b="b" t="t" l="l"/>
              <a:pathLst>
                <a:path h="483689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461300"/>
                  </a:lnTo>
                  <a:cubicBezTo>
                    <a:pt x="2276723" y="467238"/>
                    <a:pt x="2274364" y="472933"/>
                    <a:pt x="2270165" y="477132"/>
                  </a:cubicBezTo>
                  <a:cubicBezTo>
                    <a:pt x="2265967" y="481331"/>
                    <a:pt x="2260272" y="483689"/>
                    <a:pt x="2254333" y="483689"/>
                  </a:cubicBezTo>
                  <a:lnTo>
                    <a:pt x="22390" y="483689"/>
                  </a:lnTo>
                  <a:cubicBezTo>
                    <a:pt x="16452" y="483689"/>
                    <a:pt x="10757" y="481331"/>
                    <a:pt x="6558" y="477132"/>
                  </a:cubicBezTo>
                  <a:cubicBezTo>
                    <a:pt x="2359" y="472933"/>
                    <a:pt x="0" y="467238"/>
                    <a:pt x="0" y="461300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276723" cy="559889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importante medir variables climáticas. Para ello, convencionalmente se utilizan estaciones de medición fijas a lo largo de la planta.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9566" y="304800"/>
            <a:ext cx="485950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Problemática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9566" y="4831142"/>
            <a:ext cx="8644434" cy="4217758"/>
            <a:chOff x="0" y="0"/>
            <a:chExt cx="2276723" cy="1110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6723" cy="1110850"/>
            </a:xfrm>
            <a:custGeom>
              <a:avLst/>
              <a:gdLst/>
              <a:ahLst/>
              <a:cxnLst/>
              <a:rect r="r" b="b" t="t" l="l"/>
              <a:pathLst>
                <a:path h="1110850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1088460"/>
                  </a:lnTo>
                  <a:cubicBezTo>
                    <a:pt x="2276723" y="1094398"/>
                    <a:pt x="2274364" y="1100093"/>
                    <a:pt x="2270165" y="1104292"/>
                  </a:cubicBezTo>
                  <a:cubicBezTo>
                    <a:pt x="2265967" y="1108491"/>
                    <a:pt x="2260272" y="1110850"/>
                    <a:pt x="2254333" y="1110850"/>
                  </a:cubicBezTo>
                  <a:lnTo>
                    <a:pt x="22390" y="1110850"/>
                  </a:lnTo>
                  <a:cubicBezTo>
                    <a:pt x="16452" y="1110850"/>
                    <a:pt x="10757" y="1108491"/>
                    <a:pt x="6558" y="1104292"/>
                  </a:cubicBezTo>
                  <a:cubicBezTo>
                    <a:pt x="2359" y="1100093"/>
                    <a:pt x="0" y="1094398"/>
                    <a:pt x="0" y="1088460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76723" cy="1187050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nvestigaciones como las de García, sobre los cambios de clima y temperatura en grandes plantas solares, demuestran que entre puntos alejados por 400 a 2000 metros, hay: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Cambios de entre </a:t>
              </a: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6 y 7 °C.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 cambio de hasta el </a:t>
              </a: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2.5%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de irradiancia mensual. </a:t>
              </a:r>
            </a:p>
            <a:p>
              <a:pPr algn="l" marL="3778269" indent="-472284" lvl="7">
                <a:lnSpc>
                  <a:spcPts val="3750"/>
                </a:lnSpc>
                <a:buFont typeface="Arial"/>
                <a:buChar char="•"/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20%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diariamente.</a:t>
              </a:r>
            </a:p>
            <a:p>
              <a:pPr algn="l" marL="3778269" indent="-472284" lvl="7">
                <a:lnSpc>
                  <a:spcPts val="3750"/>
                </a:lnSpc>
                <a:buFont typeface="Arial"/>
                <a:buChar char="•"/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40% 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horariamente.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409636" y="0"/>
            <a:ext cx="7878364" cy="9957015"/>
          </a:xfrm>
          <a:custGeom>
            <a:avLst/>
            <a:gdLst/>
            <a:ahLst/>
            <a:cxnLst/>
            <a:rect r="r" b="b" t="t" l="l"/>
            <a:pathLst>
              <a:path h="9957015" w="7878364">
                <a:moveTo>
                  <a:pt x="0" y="0"/>
                </a:moveTo>
                <a:lnTo>
                  <a:pt x="7878364" y="0"/>
                </a:lnTo>
                <a:lnTo>
                  <a:pt x="7878364" y="9957015"/>
                </a:lnTo>
                <a:lnTo>
                  <a:pt x="0" y="9957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8" r="0" b="-797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83183" y="9871290"/>
            <a:ext cx="8704817" cy="35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4"/>
              </a:lnSpc>
              <a:spcBef>
                <a:spcPct val="0"/>
              </a:spcBef>
            </a:pPr>
            <a:r>
              <a:rPr lang="en-US" b="true" sz="176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Instalación de estaciones de monitorización meteorológica Niubol, 2024.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566" y="1628965"/>
            <a:ext cx="16896198" cy="962322"/>
            <a:chOff x="0" y="0"/>
            <a:chExt cx="4450027" cy="253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0027" cy="253451"/>
            </a:xfrm>
            <a:custGeom>
              <a:avLst/>
              <a:gdLst/>
              <a:ahLst/>
              <a:cxnLst/>
              <a:rect r="r" b="b" t="t" l="l"/>
              <a:pathLst>
                <a:path h="253451" w="4450027">
                  <a:moveTo>
                    <a:pt x="11455" y="0"/>
                  </a:moveTo>
                  <a:lnTo>
                    <a:pt x="4438572" y="0"/>
                  </a:lnTo>
                  <a:cubicBezTo>
                    <a:pt x="4441610" y="0"/>
                    <a:pt x="4444524" y="1207"/>
                    <a:pt x="4446672" y="3355"/>
                  </a:cubicBezTo>
                  <a:cubicBezTo>
                    <a:pt x="4448820" y="5503"/>
                    <a:pt x="4450027" y="8417"/>
                    <a:pt x="4450027" y="11455"/>
                  </a:cubicBezTo>
                  <a:lnTo>
                    <a:pt x="4450027" y="241996"/>
                  </a:lnTo>
                  <a:cubicBezTo>
                    <a:pt x="4450027" y="245034"/>
                    <a:pt x="4448820" y="247948"/>
                    <a:pt x="4446672" y="250096"/>
                  </a:cubicBezTo>
                  <a:cubicBezTo>
                    <a:pt x="4444524" y="252244"/>
                    <a:pt x="4441610" y="253451"/>
                    <a:pt x="4438572" y="253451"/>
                  </a:cubicBezTo>
                  <a:lnTo>
                    <a:pt x="11455" y="253451"/>
                  </a:lnTo>
                  <a:cubicBezTo>
                    <a:pt x="8417" y="253451"/>
                    <a:pt x="5503" y="252244"/>
                    <a:pt x="3355" y="250096"/>
                  </a:cubicBezTo>
                  <a:cubicBezTo>
                    <a:pt x="1207" y="247948"/>
                    <a:pt x="0" y="245034"/>
                    <a:pt x="0" y="241996"/>
                  </a:cubicBezTo>
                  <a:lnTo>
                    <a:pt x="0" y="11455"/>
                  </a:lnTo>
                  <a:cubicBezTo>
                    <a:pt x="0" y="8417"/>
                    <a:pt x="1207" y="5503"/>
                    <a:pt x="3355" y="3355"/>
                  </a:cubicBezTo>
                  <a:cubicBezTo>
                    <a:pt x="5503" y="1207"/>
                    <a:pt x="8417" y="0"/>
                    <a:pt x="11455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450027" cy="329651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 obtienen pérdidas por todos lados, para una planta de 142 MW con un error de irradiancia del 2% mensual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9566" y="3130849"/>
            <a:ext cx="4618104" cy="6916427"/>
            <a:chOff x="0" y="0"/>
            <a:chExt cx="1216291" cy="1821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291" cy="1821610"/>
            </a:xfrm>
            <a:custGeom>
              <a:avLst/>
              <a:gdLst/>
              <a:ahLst/>
              <a:cxnLst/>
              <a:rect r="r" b="b" t="t" l="l"/>
              <a:pathLst>
                <a:path h="1821610" w="1216291">
                  <a:moveTo>
                    <a:pt x="41911" y="0"/>
                  </a:moveTo>
                  <a:lnTo>
                    <a:pt x="1174380" y="0"/>
                  </a:lnTo>
                  <a:cubicBezTo>
                    <a:pt x="1197527" y="0"/>
                    <a:pt x="1216291" y="18764"/>
                    <a:pt x="1216291" y="41911"/>
                  </a:cubicBezTo>
                  <a:lnTo>
                    <a:pt x="1216291" y="1779700"/>
                  </a:lnTo>
                  <a:cubicBezTo>
                    <a:pt x="1216291" y="1802846"/>
                    <a:pt x="1197527" y="1821610"/>
                    <a:pt x="1174380" y="1821610"/>
                  </a:cubicBezTo>
                  <a:lnTo>
                    <a:pt x="41911" y="1821610"/>
                  </a:lnTo>
                  <a:cubicBezTo>
                    <a:pt x="18764" y="1821610"/>
                    <a:pt x="0" y="1802846"/>
                    <a:pt x="0" y="1779700"/>
                  </a:cubicBezTo>
                  <a:lnTo>
                    <a:pt x="0" y="41911"/>
                  </a:lnTo>
                  <a:cubicBezTo>
                    <a:pt x="0" y="18764"/>
                    <a:pt x="18764" y="0"/>
                    <a:pt x="41911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216291" cy="192638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5250"/>
                </a:lnSpc>
              </a:pPr>
              <a:r>
                <a:rPr lang="en-US" sz="3500" spc="35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 el diseño</a:t>
              </a: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b="true" sz="3000" spc="3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$1.5 </a:t>
              </a: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por Watt instalado.</a:t>
              </a:r>
            </a:p>
            <a:p>
              <a:pPr algn="l">
                <a:lnSpc>
                  <a:spcPts val="4500"/>
                </a:lnSpc>
              </a:pP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Medidas inexactas, potencia instalada inexacta.</a:t>
              </a:r>
            </a:p>
            <a:p>
              <a:pPr algn="l">
                <a:lnSpc>
                  <a:spcPts val="4500"/>
                </a:lnSpc>
              </a:pP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 colocan 2.84MW de más, o $4.2 millones.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08702" y="3130849"/>
            <a:ext cx="4618104" cy="6285024"/>
            <a:chOff x="0" y="0"/>
            <a:chExt cx="1216291" cy="16553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6291" cy="1655315"/>
            </a:xfrm>
            <a:custGeom>
              <a:avLst/>
              <a:gdLst/>
              <a:ahLst/>
              <a:cxnLst/>
              <a:rect r="r" b="b" t="t" l="l"/>
              <a:pathLst>
                <a:path h="1655315" w="1216291">
                  <a:moveTo>
                    <a:pt x="41911" y="0"/>
                  </a:moveTo>
                  <a:lnTo>
                    <a:pt x="1174380" y="0"/>
                  </a:lnTo>
                  <a:cubicBezTo>
                    <a:pt x="1197527" y="0"/>
                    <a:pt x="1216291" y="18764"/>
                    <a:pt x="1216291" y="41911"/>
                  </a:cubicBezTo>
                  <a:lnTo>
                    <a:pt x="1216291" y="1613404"/>
                  </a:lnTo>
                  <a:cubicBezTo>
                    <a:pt x="1216291" y="1636551"/>
                    <a:pt x="1197527" y="1655315"/>
                    <a:pt x="1174380" y="1655315"/>
                  </a:cubicBezTo>
                  <a:lnTo>
                    <a:pt x="41911" y="1655315"/>
                  </a:lnTo>
                  <a:cubicBezTo>
                    <a:pt x="18764" y="1655315"/>
                    <a:pt x="0" y="1636551"/>
                    <a:pt x="0" y="1613404"/>
                  </a:cubicBezTo>
                  <a:lnTo>
                    <a:pt x="0" y="41911"/>
                  </a:lnTo>
                  <a:cubicBezTo>
                    <a:pt x="0" y="18764"/>
                    <a:pt x="18764" y="0"/>
                    <a:pt x="41911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216291" cy="1760090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5250"/>
                </a:lnSpc>
              </a:pPr>
              <a:r>
                <a:rPr lang="en-US" sz="3500" spc="35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 la estimación</a:t>
              </a: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b="true" sz="3000" spc="3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$0.08</a:t>
              </a: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por kWh vendido.</a:t>
              </a:r>
            </a:p>
            <a:p>
              <a:pPr algn="l">
                <a:lnSpc>
                  <a:spcPts val="4500"/>
                </a:lnSpc>
              </a:pP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Medidas inexactas, estimaciones de potencia inexactas.</a:t>
              </a:r>
            </a:p>
            <a:p>
              <a:pPr algn="l">
                <a:lnSpc>
                  <a:spcPts val="4500"/>
                </a:lnSpc>
              </a:pPr>
            </a:p>
            <a:p>
              <a:pPr algn="l" marL="647703" indent="-323852" lvl="1">
                <a:lnSpc>
                  <a:spcPts val="4500"/>
                </a:lnSpc>
                <a:buFont typeface="Arial"/>
                <a:buChar char="•"/>
              </a:pPr>
              <a:r>
                <a:rPr lang="en-US" sz="3000" spc="3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$420 mil en pérdidas anuales.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87886" y="3479940"/>
            <a:ext cx="3856114" cy="5586842"/>
          </a:xfrm>
          <a:custGeom>
            <a:avLst/>
            <a:gdLst/>
            <a:ahLst/>
            <a:cxnLst/>
            <a:rect r="r" b="b" t="t" l="l"/>
            <a:pathLst>
              <a:path h="5586842" w="3856114">
                <a:moveTo>
                  <a:pt x="0" y="0"/>
                </a:moveTo>
                <a:lnTo>
                  <a:pt x="3856114" y="0"/>
                </a:lnTo>
                <a:lnTo>
                  <a:pt x="3856114" y="5586842"/>
                </a:lnTo>
                <a:lnTo>
                  <a:pt x="0" y="5586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999" t="-598" r="-99626" b="-97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98256" y="4159273"/>
            <a:ext cx="4026330" cy="4859578"/>
          </a:xfrm>
          <a:custGeom>
            <a:avLst/>
            <a:gdLst/>
            <a:ahLst/>
            <a:cxnLst/>
            <a:rect r="r" b="b" t="t" l="l"/>
            <a:pathLst>
              <a:path h="4859578" w="4026330">
                <a:moveTo>
                  <a:pt x="0" y="0"/>
                </a:moveTo>
                <a:lnTo>
                  <a:pt x="4026330" y="0"/>
                </a:lnTo>
                <a:lnTo>
                  <a:pt x="4026330" y="4859579"/>
                </a:lnTo>
                <a:lnTo>
                  <a:pt x="0" y="4859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43" t="0" r="-795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9566" y="304800"/>
            <a:ext cx="485950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Problemática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566" y="4225246"/>
            <a:ext cx="8644434" cy="1836508"/>
            <a:chOff x="0" y="0"/>
            <a:chExt cx="2276723" cy="483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723" cy="483689"/>
            </a:xfrm>
            <a:custGeom>
              <a:avLst/>
              <a:gdLst/>
              <a:ahLst/>
              <a:cxnLst/>
              <a:rect r="r" b="b" t="t" l="l"/>
              <a:pathLst>
                <a:path h="483689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461300"/>
                  </a:lnTo>
                  <a:cubicBezTo>
                    <a:pt x="2276723" y="467238"/>
                    <a:pt x="2274364" y="472933"/>
                    <a:pt x="2270165" y="477132"/>
                  </a:cubicBezTo>
                  <a:cubicBezTo>
                    <a:pt x="2265967" y="481331"/>
                    <a:pt x="2260272" y="483689"/>
                    <a:pt x="2254333" y="483689"/>
                  </a:cubicBezTo>
                  <a:lnTo>
                    <a:pt x="22390" y="483689"/>
                  </a:lnTo>
                  <a:cubicBezTo>
                    <a:pt x="16452" y="483689"/>
                    <a:pt x="10757" y="481331"/>
                    <a:pt x="6558" y="477132"/>
                  </a:cubicBezTo>
                  <a:cubicBezTo>
                    <a:pt x="2359" y="472933"/>
                    <a:pt x="0" y="467238"/>
                    <a:pt x="0" y="461300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276723" cy="559889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vehículos de inspección comerciales se limitan a: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Inspecciones visuales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 los paneles.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Movimiento en </a:t>
              </a: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topografías simples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9566" y="6945542"/>
            <a:ext cx="8644434" cy="2312758"/>
            <a:chOff x="0" y="0"/>
            <a:chExt cx="2276723" cy="609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6723" cy="609121"/>
            </a:xfrm>
            <a:custGeom>
              <a:avLst/>
              <a:gdLst/>
              <a:ahLst/>
              <a:cxnLst/>
              <a:rect r="r" b="b" t="t" l="l"/>
              <a:pathLst>
                <a:path h="609121" w="2276723">
                  <a:moveTo>
                    <a:pt x="22390" y="0"/>
                  </a:moveTo>
                  <a:lnTo>
                    <a:pt x="2254333" y="0"/>
                  </a:lnTo>
                  <a:cubicBezTo>
                    <a:pt x="2260272" y="0"/>
                    <a:pt x="2265967" y="2359"/>
                    <a:pt x="2270165" y="6558"/>
                  </a:cubicBezTo>
                  <a:cubicBezTo>
                    <a:pt x="2274364" y="10757"/>
                    <a:pt x="2276723" y="16452"/>
                    <a:pt x="2276723" y="22390"/>
                  </a:cubicBezTo>
                  <a:lnTo>
                    <a:pt x="2276723" y="586732"/>
                  </a:lnTo>
                  <a:cubicBezTo>
                    <a:pt x="2276723" y="592670"/>
                    <a:pt x="2274364" y="598365"/>
                    <a:pt x="2270165" y="602564"/>
                  </a:cubicBezTo>
                  <a:cubicBezTo>
                    <a:pt x="2265967" y="606763"/>
                    <a:pt x="2260272" y="609121"/>
                    <a:pt x="2254333" y="609121"/>
                  </a:cubicBezTo>
                  <a:lnTo>
                    <a:pt x="22390" y="609121"/>
                  </a:lnTo>
                  <a:cubicBezTo>
                    <a:pt x="16452" y="609121"/>
                    <a:pt x="10757" y="606763"/>
                    <a:pt x="6558" y="602564"/>
                  </a:cubicBezTo>
                  <a:cubicBezTo>
                    <a:pt x="2359" y="598365"/>
                    <a:pt x="0" y="592670"/>
                    <a:pt x="0" y="586732"/>
                  </a:cubicBezTo>
                  <a:lnTo>
                    <a:pt x="0" y="22390"/>
                  </a:lnTo>
                  <a:cubicBezTo>
                    <a:pt x="0" y="16452"/>
                    <a:pt x="2359" y="10757"/>
                    <a:pt x="6558" y="6558"/>
                  </a:cubicBezTo>
                  <a:cubicBezTo>
                    <a:pt x="10757" y="2359"/>
                    <a:pt x="16452" y="0"/>
                    <a:pt x="22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76723" cy="685321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Ningú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 robot actual cuenta con instrumentos climáticos que se adapten a: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</a:t>
              </a: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altura y orientación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de los paneles.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Mediciones en </a:t>
              </a: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topografías complejas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33096" y="937069"/>
            <a:ext cx="4556157" cy="4206431"/>
          </a:xfrm>
          <a:custGeom>
            <a:avLst/>
            <a:gdLst/>
            <a:ahLst/>
            <a:cxnLst/>
            <a:rect r="r" b="b" t="t" l="l"/>
            <a:pathLst>
              <a:path h="4206431" w="4556157">
                <a:moveTo>
                  <a:pt x="0" y="0"/>
                </a:moveTo>
                <a:lnTo>
                  <a:pt x="4556158" y="0"/>
                </a:lnTo>
                <a:lnTo>
                  <a:pt x="4556158" y="4206431"/>
                </a:lnTo>
                <a:lnTo>
                  <a:pt x="0" y="4206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87449" y="5548707"/>
            <a:ext cx="6593099" cy="4440002"/>
          </a:xfrm>
          <a:custGeom>
            <a:avLst/>
            <a:gdLst/>
            <a:ahLst/>
            <a:cxnLst/>
            <a:rect r="r" b="b" t="t" l="l"/>
            <a:pathLst>
              <a:path h="4440002" w="6593099">
                <a:moveTo>
                  <a:pt x="0" y="0"/>
                </a:moveTo>
                <a:lnTo>
                  <a:pt x="6593098" y="0"/>
                </a:lnTo>
                <a:lnTo>
                  <a:pt x="6593098" y="4440002"/>
                </a:lnTo>
                <a:lnTo>
                  <a:pt x="0" y="4440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06075" y="168872"/>
            <a:ext cx="2483275" cy="4977207"/>
          </a:xfrm>
          <a:custGeom>
            <a:avLst/>
            <a:gdLst/>
            <a:ahLst/>
            <a:cxnLst/>
            <a:rect r="r" b="b" t="t" l="l"/>
            <a:pathLst>
              <a:path h="4977207" w="2483275">
                <a:moveTo>
                  <a:pt x="0" y="0"/>
                </a:moveTo>
                <a:lnTo>
                  <a:pt x="2483275" y="0"/>
                </a:lnTo>
                <a:lnTo>
                  <a:pt x="2483275" y="4977207"/>
                </a:lnTo>
                <a:lnTo>
                  <a:pt x="0" y="4977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566" y="304800"/>
            <a:ext cx="558955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Estado del Arte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67454" y="1838717"/>
            <a:ext cx="3976546" cy="984610"/>
            <a:chOff x="0" y="0"/>
            <a:chExt cx="1047321" cy="259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321" cy="259321"/>
            </a:xfrm>
            <a:custGeom>
              <a:avLst/>
              <a:gdLst/>
              <a:ahLst/>
              <a:cxnLst/>
              <a:rect r="r" b="b" t="t" l="l"/>
              <a:pathLst>
                <a:path h="259321" w="1047321">
                  <a:moveTo>
                    <a:pt x="48672" y="0"/>
                  </a:moveTo>
                  <a:lnTo>
                    <a:pt x="998648" y="0"/>
                  </a:lnTo>
                  <a:cubicBezTo>
                    <a:pt x="1025529" y="0"/>
                    <a:pt x="1047321" y="21791"/>
                    <a:pt x="1047321" y="48672"/>
                  </a:cubicBezTo>
                  <a:lnTo>
                    <a:pt x="1047321" y="210649"/>
                  </a:lnTo>
                  <a:cubicBezTo>
                    <a:pt x="1047321" y="223557"/>
                    <a:pt x="1042193" y="235937"/>
                    <a:pt x="1033065" y="245065"/>
                  </a:cubicBezTo>
                  <a:cubicBezTo>
                    <a:pt x="1023937" y="254193"/>
                    <a:pt x="1011557" y="259321"/>
                    <a:pt x="998648" y="259321"/>
                  </a:cubicBezTo>
                  <a:lnTo>
                    <a:pt x="48672" y="259321"/>
                  </a:lnTo>
                  <a:cubicBezTo>
                    <a:pt x="21791" y="259321"/>
                    <a:pt x="0" y="237530"/>
                    <a:pt x="0" y="210649"/>
                  </a:cubicBezTo>
                  <a:lnTo>
                    <a:pt x="0" y="48672"/>
                  </a:lnTo>
                  <a:cubicBezTo>
                    <a:pt x="0" y="35764"/>
                    <a:pt x="5128" y="23384"/>
                    <a:pt x="14256" y="14256"/>
                  </a:cubicBezTo>
                  <a:cubicBezTo>
                    <a:pt x="23384" y="5128"/>
                    <a:pt x="35764" y="0"/>
                    <a:pt x="4867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047321" cy="345046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4500"/>
                </a:lnSpc>
              </a:pPr>
              <a:r>
                <a:rPr lang="en-US" sz="3000" spc="30" b="tru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$5000 por estación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9566" y="1838717"/>
            <a:ext cx="4322217" cy="1449021"/>
            <a:chOff x="0" y="0"/>
            <a:chExt cx="1138362" cy="3816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8362" cy="381635"/>
            </a:xfrm>
            <a:custGeom>
              <a:avLst/>
              <a:gdLst/>
              <a:ahLst/>
              <a:cxnLst/>
              <a:rect r="r" b="b" t="t" l="l"/>
              <a:pathLst>
                <a:path h="381635" w="1138362">
                  <a:moveTo>
                    <a:pt x="44780" y="0"/>
                  </a:moveTo>
                  <a:lnTo>
                    <a:pt x="1093582" y="0"/>
                  </a:lnTo>
                  <a:cubicBezTo>
                    <a:pt x="1118313" y="0"/>
                    <a:pt x="1138362" y="20049"/>
                    <a:pt x="1138362" y="44780"/>
                  </a:cubicBezTo>
                  <a:lnTo>
                    <a:pt x="1138362" y="336855"/>
                  </a:lnTo>
                  <a:cubicBezTo>
                    <a:pt x="1138362" y="361587"/>
                    <a:pt x="1118313" y="381635"/>
                    <a:pt x="1093582" y="381635"/>
                  </a:cubicBezTo>
                  <a:lnTo>
                    <a:pt x="44780" y="381635"/>
                  </a:lnTo>
                  <a:cubicBezTo>
                    <a:pt x="20049" y="381635"/>
                    <a:pt x="0" y="361587"/>
                    <a:pt x="0" y="336855"/>
                  </a:cubicBezTo>
                  <a:lnTo>
                    <a:pt x="0" y="44780"/>
                  </a:lnTo>
                  <a:cubicBezTo>
                    <a:pt x="0" y="20049"/>
                    <a:pt x="20049" y="0"/>
                    <a:pt x="4478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138362" cy="4578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Más estaciones para más mediciones.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56267" y="5168104"/>
            <a:ext cx="4532987" cy="24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b="true" sz="13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Antecursor II. Arbórea Intellbird. s.f. 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1219" y="5168104"/>
            <a:ext cx="4532987" cy="50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b="true" sz="13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CN222047271U.  Y. Zhang y X. Zhang, 2024.</a:t>
            </a:r>
          </a:p>
          <a:p>
            <a:pPr algn="ctr">
              <a:lnSpc>
                <a:spcPts val="2145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722856" y="9941084"/>
            <a:ext cx="4532987" cy="24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b="true" sz="13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Nota. De CN_218409341_U. J. Cui, et. al (2023) 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566" y="304800"/>
            <a:ext cx="638597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Objetivo Principal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32280" y="4861924"/>
            <a:ext cx="7083034" cy="7083034"/>
          </a:xfrm>
          <a:custGeom>
            <a:avLst/>
            <a:gdLst/>
            <a:ahLst/>
            <a:cxnLst/>
            <a:rect r="r" b="b" t="t" l="l"/>
            <a:pathLst>
              <a:path h="7083034" w="7083034">
                <a:moveTo>
                  <a:pt x="0" y="0"/>
                </a:moveTo>
                <a:lnTo>
                  <a:pt x="7083034" y="0"/>
                </a:lnTo>
                <a:lnTo>
                  <a:pt x="7083034" y="7083034"/>
                </a:lnTo>
                <a:lnTo>
                  <a:pt x="0" y="7083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02036" y="2511414"/>
            <a:ext cx="14683929" cy="4186188"/>
            <a:chOff x="0" y="0"/>
            <a:chExt cx="3867372" cy="11025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7372" cy="1102535"/>
            </a:xfrm>
            <a:custGeom>
              <a:avLst/>
              <a:gdLst/>
              <a:ahLst/>
              <a:cxnLst/>
              <a:rect r="r" b="b" t="t" l="l"/>
              <a:pathLst>
                <a:path h="1102535" w="3867372">
                  <a:moveTo>
                    <a:pt x="13181" y="0"/>
                  </a:moveTo>
                  <a:lnTo>
                    <a:pt x="3854191" y="0"/>
                  </a:lnTo>
                  <a:cubicBezTo>
                    <a:pt x="3861471" y="0"/>
                    <a:pt x="3867372" y="5901"/>
                    <a:pt x="3867372" y="13181"/>
                  </a:cubicBezTo>
                  <a:lnTo>
                    <a:pt x="3867372" y="1089354"/>
                  </a:lnTo>
                  <a:cubicBezTo>
                    <a:pt x="3867372" y="1092850"/>
                    <a:pt x="3865983" y="1096202"/>
                    <a:pt x="3863511" y="1098674"/>
                  </a:cubicBezTo>
                  <a:cubicBezTo>
                    <a:pt x="3861040" y="1101146"/>
                    <a:pt x="3857687" y="1102535"/>
                    <a:pt x="3854191" y="1102535"/>
                  </a:cubicBezTo>
                  <a:lnTo>
                    <a:pt x="13181" y="1102535"/>
                  </a:lnTo>
                  <a:cubicBezTo>
                    <a:pt x="9685" y="1102535"/>
                    <a:pt x="6333" y="1101146"/>
                    <a:pt x="3861" y="1098674"/>
                  </a:cubicBezTo>
                  <a:cubicBezTo>
                    <a:pt x="1389" y="1096202"/>
                    <a:pt x="0" y="1092850"/>
                    <a:pt x="0" y="1089354"/>
                  </a:cubicBezTo>
                  <a:lnTo>
                    <a:pt x="0" y="13181"/>
                  </a:lnTo>
                  <a:cubicBezTo>
                    <a:pt x="0" y="9685"/>
                    <a:pt x="1389" y="6333"/>
                    <a:pt x="3861" y="3861"/>
                  </a:cubicBezTo>
                  <a:cubicBezTo>
                    <a:pt x="6333" y="1389"/>
                    <a:pt x="9685" y="0"/>
                    <a:pt x="13181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3867372" cy="12168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>
                <a:lnSpc>
                  <a:spcPts val="5999"/>
                </a:lnSpc>
              </a:pPr>
              <a:r>
                <a:rPr lang="en-US" sz="3999" spc="3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Diseñar un robot autónomo que actúe como una estación</a:t>
              </a:r>
              <a:r>
                <a:rPr lang="en-US" sz="3999" spc="3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meteorológica móvil, viajando a través de la planta para la m</a:t>
              </a:r>
              <a:r>
                <a:rPr lang="en-US" sz="3999" spc="3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edición dinámica de variables climáticas en sistemas fotovoltaicos, orientado a caracterizar las variaciones climáticas en la topografía.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507478">
            <a:off x="14424667" y="6806575"/>
            <a:ext cx="7083034" cy="7083034"/>
          </a:xfrm>
          <a:custGeom>
            <a:avLst/>
            <a:gdLst/>
            <a:ahLst/>
            <a:cxnLst/>
            <a:rect r="r" b="b" t="t" l="l"/>
            <a:pathLst>
              <a:path h="7083034" w="7083034">
                <a:moveTo>
                  <a:pt x="0" y="0"/>
                </a:moveTo>
                <a:lnTo>
                  <a:pt x="7083035" y="0"/>
                </a:lnTo>
                <a:lnTo>
                  <a:pt x="7083035" y="7083035"/>
                </a:lnTo>
                <a:lnTo>
                  <a:pt x="0" y="708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905" y="2247719"/>
            <a:ext cx="6486503" cy="2789008"/>
            <a:chOff x="0" y="0"/>
            <a:chExt cx="1708379" cy="7345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8379" cy="734554"/>
            </a:xfrm>
            <a:custGeom>
              <a:avLst/>
              <a:gdLst/>
              <a:ahLst/>
              <a:cxnLst/>
              <a:rect r="r" b="b" t="t" l="l"/>
              <a:pathLst>
                <a:path h="734554" w="1708379">
                  <a:moveTo>
                    <a:pt x="29839" y="0"/>
                  </a:moveTo>
                  <a:lnTo>
                    <a:pt x="1678541" y="0"/>
                  </a:lnTo>
                  <a:cubicBezTo>
                    <a:pt x="1686455" y="0"/>
                    <a:pt x="1694044" y="3144"/>
                    <a:pt x="1699640" y="8740"/>
                  </a:cubicBezTo>
                  <a:cubicBezTo>
                    <a:pt x="1705236" y="14335"/>
                    <a:pt x="1708379" y="21925"/>
                    <a:pt x="1708379" y="29839"/>
                  </a:cubicBezTo>
                  <a:lnTo>
                    <a:pt x="1708379" y="704715"/>
                  </a:lnTo>
                  <a:cubicBezTo>
                    <a:pt x="1708379" y="721194"/>
                    <a:pt x="1695020" y="734554"/>
                    <a:pt x="1678541" y="734554"/>
                  </a:cubicBezTo>
                  <a:lnTo>
                    <a:pt x="29839" y="734554"/>
                  </a:lnTo>
                  <a:cubicBezTo>
                    <a:pt x="13359" y="734554"/>
                    <a:pt x="0" y="721194"/>
                    <a:pt x="0" y="704715"/>
                  </a:cubicBezTo>
                  <a:lnTo>
                    <a:pt x="0" y="29839"/>
                  </a:lnTo>
                  <a:cubicBezTo>
                    <a:pt x="0" y="21925"/>
                    <a:pt x="3144" y="14335"/>
                    <a:pt x="8740" y="8740"/>
                  </a:cubicBezTo>
                  <a:cubicBezTo>
                    <a:pt x="14335" y="3144"/>
                    <a:pt x="21925" y="0"/>
                    <a:pt x="29839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708379" cy="810754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>
                <a:lnSpc>
                  <a:spcPts val="3750"/>
                </a:lnSpc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MOVILIDAD</a:t>
              </a:r>
            </a:p>
            <a:p>
              <a:pPr algn="ctr">
                <a:lnSpc>
                  <a:spcPts val="3750"/>
                </a:lnSpc>
              </a:pPr>
            </a:p>
            <a:p>
              <a:pPr algn="ctr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Moverse a 1 metro por segundo y escalar  pendientes de hasta 16° de inclinación.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1905" y="6786815"/>
            <a:ext cx="6486503" cy="2789008"/>
            <a:chOff x="0" y="0"/>
            <a:chExt cx="1708379" cy="7345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8379" cy="734554"/>
            </a:xfrm>
            <a:custGeom>
              <a:avLst/>
              <a:gdLst/>
              <a:ahLst/>
              <a:cxnLst/>
              <a:rect r="r" b="b" t="t" l="l"/>
              <a:pathLst>
                <a:path h="734554" w="1708379">
                  <a:moveTo>
                    <a:pt x="29839" y="0"/>
                  </a:moveTo>
                  <a:lnTo>
                    <a:pt x="1678541" y="0"/>
                  </a:lnTo>
                  <a:cubicBezTo>
                    <a:pt x="1686455" y="0"/>
                    <a:pt x="1694044" y="3144"/>
                    <a:pt x="1699640" y="8740"/>
                  </a:cubicBezTo>
                  <a:cubicBezTo>
                    <a:pt x="1705236" y="14335"/>
                    <a:pt x="1708379" y="21925"/>
                    <a:pt x="1708379" y="29839"/>
                  </a:cubicBezTo>
                  <a:lnTo>
                    <a:pt x="1708379" y="704715"/>
                  </a:lnTo>
                  <a:cubicBezTo>
                    <a:pt x="1708379" y="721194"/>
                    <a:pt x="1695020" y="734554"/>
                    <a:pt x="1678541" y="734554"/>
                  </a:cubicBezTo>
                  <a:lnTo>
                    <a:pt x="29839" y="734554"/>
                  </a:lnTo>
                  <a:cubicBezTo>
                    <a:pt x="13359" y="734554"/>
                    <a:pt x="0" y="721194"/>
                    <a:pt x="0" y="704715"/>
                  </a:cubicBezTo>
                  <a:lnTo>
                    <a:pt x="0" y="29839"/>
                  </a:lnTo>
                  <a:cubicBezTo>
                    <a:pt x="0" y="21925"/>
                    <a:pt x="3144" y="14335"/>
                    <a:pt x="8740" y="8740"/>
                  </a:cubicBezTo>
                  <a:cubicBezTo>
                    <a:pt x="14335" y="3144"/>
                    <a:pt x="21925" y="0"/>
                    <a:pt x="29839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708379" cy="810754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>
                <a:lnSpc>
                  <a:spcPts val="3750"/>
                </a:lnSpc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PROTECCIÓN</a:t>
              </a:r>
            </a:p>
            <a:p>
              <a:pPr algn="ctr">
                <a:lnSpc>
                  <a:spcPts val="3750"/>
                </a:lnSpc>
              </a:pPr>
            </a:p>
            <a:p>
              <a:pPr algn="ctr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 carcasa debe ten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 los grados de 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cción IP44 e IK10. Y soportar de 10°C a 45°C.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9566" y="304800"/>
            <a:ext cx="607323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Requerimientos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6405" y="2247719"/>
            <a:ext cx="6474024" cy="2789008"/>
            <a:chOff x="0" y="0"/>
            <a:chExt cx="1705093" cy="7345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5093" cy="734554"/>
            </a:xfrm>
            <a:custGeom>
              <a:avLst/>
              <a:gdLst/>
              <a:ahLst/>
              <a:cxnLst/>
              <a:rect r="r" b="b" t="t" l="l"/>
              <a:pathLst>
                <a:path h="734554" w="1705093">
                  <a:moveTo>
                    <a:pt x="29896" y="0"/>
                  </a:moveTo>
                  <a:lnTo>
                    <a:pt x="1675197" y="0"/>
                  </a:lnTo>
                  <a:cubicBezTo>
                    <a:pt x="1683126" y="0"/>
                    <a:pt x="1690730" y="3150"/>
                    <a:pt x="1696336" y="8756"/>
                  </a:cubicBezTo>
                  <a:cubicBezTo>
                    <a:pt x="1701943" y="14363"/>
                    <a:pt x="1705093" y="21967"/>
                    <a:pt x="1705093" y="29896"/>
                  </a:cubicBezTo>
                  <a:lnTo>
                    <a:pt x="1705093" y="704658"/>
                  </a:lnTo>
                  <a:cubicBezTo>
                    <a:pt x="1705093" y="712586"/>
                    <a:pt x="1701943" y="720191"/>
                    <a:pt x="1696336" y="725797"/>
                  </a:cubicBezTo>
                  <a:cubicBezTo>
                    <a:pt x="1690730" y="731404"/>
                    <a:pt x="1683126" y="734554"/>
                    <a:pt x="1675197" y="734554"/>
                  </a:cubicBezTo>
                  <a:lnTo>
                    <a:pt x="29896" y="734554"/>
                  </a:lnTo>
                  <a:cubicBezTo>
                    <a:pt x="21967" y="734554"/>
                    <a:pt x="14363" y="731404"/>
                    <a:pt x="8756" y="725797"/>
                  </a:cubicBezTo>
                  <a:cubicBezTo>
                    <a:pt x="3150" y="720191"/>
                    <a:pt x="0" y="712586"/>
                    <a:pt x="0" y="704658"/>
                  </a:cubicBezTo>
                  <a:lnTo>
                    <a:pt x="0" y="29896"/>
                  </a:lnTo>
                  <a:cubicBezTo>
                    <a:pt x="0" y="21967"/>
                    <a:pt x="3150" y="14363"/>
                    <a:pt x="8756" y="8756"/>
                  </a:cubicBezTo>
                  <a:cubicBezTo>
                    <a:pt x="14363" y="3150"/>
                    <a:pt x="21967" y="0"/>
                    <a:pt x="2989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705093" cy="810754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>
                <a:lnSpc>
                  <a:spcPts val="3750"/>
                </a:lnSpc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POSICIONAMIENTO</a:t>
              </a:r>
            </a:p>
            <a:p>
              <a:pPr algn="ctr">
                <a:lnSpc>
                  <a:spcPts val="3750"/>
                </a:lnSpc>
              </a:pPr>
            </a:p>
            <a:p>
              <a:pPr algn="ctr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Necesita elevar su sensor de irradiancia a 1.3 metros de altura para obtener m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ediciones ce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rcana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 los pane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13926" y="6786815"/>
            <a:ext cx="6486503" cy="2789008"/>
            <a:chOff x="0" y="0"/>
            <a:chExt cx="1708379" cy="734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8379" cy="734554"/>
            </a:xfrm>
            <a:custGeom>
              <a:avLst/>
              <a:gdLst/>
              <a:ahLst/>
              <a:cxnLst/>
              <a:rect r="r" b="b" t="t" l="l"/>
              <a:pathLst>
                <a:path h="734554" w="1708379">
                  <a:moveTo>
                    <a:pt x="29839" y="0"/>
                  </a:moveTo>
                  <a:lnTo>
                    <a:pt x="1678541" y="0"/>
                  </a:lnTo>
                  <a:cubicBezTo>
                    <a:pt x="1686455" y="0"/>
                    <a:pt x="1694044" y="3144"/>
                    <a:pt x="1699640" y="8740"/>
                  </a:cubicBezTo>
                  <a:cubicBezTo>
                    <a:pt x="1705236" y="14335"/>
                    <a:pt x="1708379" y="21925"/>
                    <a:pt x="1708379" y="29839"/>
                  </a:cubicBezTo>
                  <a:lnTo>
                    <a:pt x="1708379" y="704715"/>
                  </a:lnTo>
                  <a:cubicBezTo>
                    <a:pt x="1708379" y="721194"/>
                    <a:pt x="1695020" y="734554"/>
                    <a:pt x="1678541" y="734554"/>
                  </a:cubicBezTo>
                  <a:lnTo>
                    <a:pt x="29839" y="734554"/>
                  </a:lnTo>
                  <a:cubicBezTo>
                    <a:pt x="13359" y="734554"/>
                    <a:pt x="0" y="721194"/>
                    <a:pt x="0" y="704715"/>
                  </a:cubicBezTo>
                  <a:lnTo>
                    <a:pt x="0" y="29839"/>
                  </a:lnTo>
                  <a:cubicBezTo>
                    <a:pt x="0" y="21925"/>
                    <a:pt x="3144" y="14335"/>
                    <a:pt x="8740" y="8740"/>
                  </a:cubicBezTo>
                  <a:cubicBezTo>
                    <a:pt x="14335" y="3144"/>
                    <a:pt x="21925" y="0"/>
                    <a:pt x="29839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708379" cy="810754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>
                <a:lnSpc>
                  <a:spcPts val="3750"/>
                </a:lnSpc>
              </a:pPr>
              <a:r>
                <a:rPr lang="en-US" b="true" sz="2500" spc="25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AUTONOMÍA Y TRANSMISIÓN</a:t>
              </a:r>
            </a:p>
            <a:p>
              <a:pPr algn="ctr">
                <a:lnSpc>
                  <a:spcPts val="3750"/>
                </a:lnSpc>
              </a:pPr>
            </a:p>
            <a:p>
              <a:pPr algn="ctr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ebe poder nav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ega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 por su cuenta por 1 hora y transmitir su inf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orma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ción hacia una base de control a 200 metros.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566" y="304800"/>
            <a:ext cx="607323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Blackbox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43812" y="2215951"/>
            <a:ext cx="17411513" cy="7841121"/>
          </a:xfrm>
          <a:custGeom>
            <a:avLst/>
            <a:gdLst/>
            <a:ahLst/>
            <a:cxnLst/>
            <a:rect r="r" b="b" t="t" l="l"/>
            <a:pathLst>
              <a:path h="7841121" w="17411513">
                <a:moveTo>
                  <a:pt x="0" y="0"/>
                </a:moveTo>
                <a:lnTo>
                  <a:pt x="17411513" y="0"/>
                </a:lnTo>
                <a:lnTo>
                  <a:pt x="17411513" y="7841121"/>
                </a:lnTo>
                <a:lnTo>
                  <a:pt x="0" y="7841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52382" y="6295086"/>
            <a:ext cx="81723" cy="59385"/>
            <a:chOff x="0" y="0"/>
            <a:chExt cx="794893" cy="5776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5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09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5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46874" y="5251110"/>
            <a:ext cx="168810" cy="60518"/>
            <a:chOff x="0" y="0"/>
            <a:chExt cx="1641970" cy="5886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7944"/>
              <a:ext cx="322071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1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6" y="406651"/>
                    <a:pt x="266953" y="375156"/>
                    <a:pt x="266953" y="327785"/>
                  </a:cubicBezTo>
                  <a:cubicBezTo>
                    <a:pt x="268477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4"/>
                  </a:cubicBezTo>
                  <a:cubicBezTo>
                    <a:pt x="322071" y="401317"/>
                    <a:pt x="263397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50976" y="18046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483" y="143508"/>
                  </a:moveTo>
                  <a:lnTo>
                    <a:pt x="240284" y="143508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22451" y="63499"/>
              <a:ext cx="266064" cy="453894"/>
            </a:xfrm>
            <a:custGeom>
              <a:avLst/>
              <a:gdLst/>
              <a:ahLst/>
              <a:cxnLst/>
              <a:rect r="r" b="b" t="t" l="l"/>
              <a:pathLst>
                <a:path h="453894" w="266064">
                  <a:moveTo>
                    <a:pt x="53593" y="254507"/>
                  </a:moveTo>
                  <a:lnTo>
                    <a:pt x="53593" y="354201"/>
                  </a:lnTo>
                  <a:lnTo>
                    <a:pt x="53593" y="453895"/>
                  </a:lnTo>
                  <a:lnTo>
                    <a:pt x="0" y="453895"/>
                  </a:lnTo>
                  <a:lnTo>
                    <a:pt x="0" y="287526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2"/>
                  </a:lnTo>
                  <a:lnTo>
                    <a:pt x="266064" y="453895"/>
                  </a:lnTo>
                  <a:lnTo>
                    <a:pt x="212597" y="453895"/>
                  </a:lnTo>
                  <a:lnTo>
                    <a:pt x="212597" y="350518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62302" y="180466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1"/>
                  </a:lnTo>
                  <a:lnTo>
                    <a:pt x="268604" y="336928"/>
                  </a:lnTo>
                  <a:lnTo>
                    <a:pt x="215900" y="336928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24886" y="73913"/>
              <a:ext cx="53594" cy="443481"/>
            </a:xfrm>
            <a:custGeom>
              <a:avLst/>
              <a:gdLst/>
              <a:ahLst/>
              <a:cxnLst/>
              <a:rect r="r" b="b" t="t" l="l"/>
              <a:pathLst>
                <a:path h="443481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52749" y="378541"/>
            <a:ext cx="168810" cy="60518"/>
            <a:chOff x="0" y="0"/>
            <a:chExt cx="1641970" cy="5886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7945"/>
              <a:ext cx="322071" cy="457199"/>
            </a:xfrm>
            <a:custGeom>
              <a:avLst/>
              <a:gdLst/>
              <a:ahLst/>
              <a:cxnLst/>
              <a:rect r="r" b="b" t="t" l="l"/>
              <a:pathLst>
                <a:path h="457199" w="322071">
                  <a:moveTo>
                    <a:pt x="161036" y="457199"/>
                  </a:moveTo>
                  <a:cubicBezTo>
                    <a:pt x="64897" y="457199"/>
                    <a:pt x="5080" y="407796"/>
                    <a:pt x="0" y="333374"/>
                  </a:cubicBezTo>
                  <a:lnTo>
                    <a:pt x="58039" y="333374"/>
                  </a:lnTo>
                  <a:cubicBezTo>
                    <a:pt x="62484" y="383666"/>
                    <a:pt x="108966" y="406653"/>
                    <a:pt x="161036" y="406653"/>
                  </a:cubicBezTo>
                  <a:cubicBezTo>
                    <a:pt x="221106" y="406653"/>
                    <a:pt x="266953" y="375157"/>
                    <a:pt x="266953" y="327786"/>
                  </a:cubicBezTo>
                  <a:cubicBezTo>
                    <a:pt x="268477" y="267334"/>
                    <a:pt x="179451" y="256920"/>
                    <a:pt x="125603" y="240537"/>
                  </a:cubicBezTo>
                  <a:cubicBezTo>
                    <a:pt x="54483" y="218820"/>
                    <a:pt x="12446" y="183641"/>
                    <a:pt x="12446" y="124714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911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5"/>
                  </a:cubicBezTo>
                  <a:cubicBezTo>
                    <a:pt x="322071" y="401319"/>
                    <a:pt x="263397" y="457199"/>
                    <a:pt x="161036" y="4571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50976" y="180467"/>
              <a:ext cx="294640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40">
                  <a:moveTo>
                    <a:pt x="155956" y="344042"/>
                  </a:moveTo>
                  <a:cubicBezTo>
                    <a:pt x="59563" y="344042"/>
                    <a:pt x="0" y="275589"/>
                    <a:pt x="0" y="173227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9"/>
                  </a:cubicBezTo>
                  <a:lnTo>
                    <a:pt x="294640" y="177545"/>
                  </a:lnTo>
                  <a:lnTo>
                    <a:pt x="294640" y="188721"/>
                  </a:lnTo>
                  <a:lnTo>
                    <a:pt x="54229" y="188721"/>
                  </a:lnTo>
                  <a:cubicBezTo>
                    <a:pt x="56896" y="258317"/>
                    <a:pt x="97409" y="296417"/>
                    <a:pt x="156337" y="296417"/>
                  </a:cubicBezTo>
                  <a:cubicBezTo>
                    <a:pt x="195580" y="296417"/>
                    <a:pt x="225044" y="279145"/>
                    <a:pt x="237617" y="245236"/>
                  </a:cubicBezTo>
                  <a:lnTo>
                    <a:pt x="289433" y="259460"/>
                  </a:lnTo>
                  <a:cubicBezTo>
                    <a:pt x="273939" y="309752"/>
                    <a:pt x="224282" y="344042"/>
                    <a:pt x="156083" y="344042"/>
                  </a:cubicBezTo>
                  <a:close/>
                  <a:moveTo>
                    <a:pt x="54483" y="143509"/>
                  </a:moveTo>
                  <a:lnTo>
                    <a:pt x="240284" y="143509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822451" y="63500"/>
              <a:ext cx="266064" cy="453897"/>
            </a:xfrm>
            <a:custGeom>
              <a:avLst/>
              <a:gdLst/>
              <a:ahLst/>
              <a:cxnLst/>
              <a:rect r="r" b="b" t="t" l="l"/>
              <a:pathLst>
                <a:path h="453897" w="266064">
                  <a:moveTo>
                    <a:pt x="53593" y="254507"/>
                  </a:moveTo>
                  <a:lnTo>
                    <a:pt x="53593" y="354202"/>
                  </a:lnTo>
                  <a:lnTo>
                    <a:pt x="53593" y="453897"/>
                  </a:lnTo>
                  <a:lnTo>
                    <a:pt x="0" y="453897"/>
                  </a:lnTo>
                  <a:lnTo>
                    <a:pt x="0" y="287527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3"/>
                  </a:lnTo>
                  <a:lnTo>
                    <a:pt x="266064" y="453897"/>
                  </a:lnTo>
                  <a:lnTo>
                    <a:pt x="212597" y="453897"/>
                  </a:lnTo>
                  <a:lnTo>
                    <a:pt x="212597" y="350519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62302" y="180467"/>
              <a:ext cx="268605" cy="344677"/>
            </a:xfrm>
            <a:custGeom>
              <a:avLst/>
              <a:gdLst/>
              <a:ahLst/>
              <a:cxnLst/>
              <a:rect r="r" b="b" t="t" l="l"/>
              <a:pathLst>
                <a:path h="344677" w="268605">
                  <a:moveTo>
                    <a:pt x="113411" y="344677"/>
                  </a:moveTo>
                  <a:cubicBezTo>
                    <a:pt x="50292" y="344677"/>
                    <a:pt x="0" y="307720"/>
                    <a:pt x="0" y="242315"/>
                  </a:cubicBezTo>
                  <a:cubicBezTo>
                    <a:pt x="0" y="166115"/>
                    <a:pt x="67818" y="152145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2"/>
                  </a:lnTo>
                  <a:lnTo>
                    <a:pt x="268604" y="336930"/>
                  </a:lnTo>
                  <a:lnTo>
                    <a:pt x="215900" y="336930"/>
                  </a:lnTo>
                  <a:lnTo>
                    <a:pt x="215900" y="314324"/>
                  </a:lnTo>
                  <a:lnTo>
                    <a:pt x="215900" y="291718"/>
                  </a:lnTo>
                  <a:lnTo>
                    <a:pt x="212344" y="291718"/>
                  </a:lnTo>
                  <a:cubicBezTo>
                    <a:pt x="201041" y="315213"/>
                    <a:pt x="169799" y="344677"/>
                    <a:pt x="113538" y="344677"/>
                  </a:cubicBezTo>
                  <a:close/>
                  <a:moveTo>
                    <a:pt x="122809" y="297306"/>
                  </a:moveTo>
                  <a:cubicBezTo>
                    <a:pt x="181991" y="297306"/>
                    <a:pt x="215138" y="257428"/>
                    <a:pt x="215138" y="216661"/>
                  </a:cubicBezTo>
                  <a:lnTo>
                    <a:pt x="215138" y="193674"/>
                  </a:lnTo>
                  <a:lnTo>
                    <a:pt x="215138" y="170560"/>
                  </a:lnTo>
                  <a:cubicBezTo>
                    <a:pt x="206248" y="180974"/>
                    <a:pt x="147828" y="186943"/>
                    <a:pt x="127381" y="189610"/>
                  </a:cubicBezTo>
                  <a:cubicBezTo>
                    <a:pt x="88392" y="194690"/>
                    <a:pt x="54102" y="207136"/>
                    <a:pt x="54102" y="244982"/>
                  </a:cubicBezTo>
                  <a:cubicBezTo>
                    <a:pt x="54102" y="279526"/>
                    <a:pt x="82931" y="297306"/>
                    <a:pt x="122809" y="29730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24886" y="73914"/>
              <a:ext cx="53594" cy="443483"/>
            </a:xfrm>
            <a:custGeom>
              <a:avLst/>
              <a:gdLst/>
              <a:ahLst/>
              <a:cxnLst/>
              <a:rect r="r" b="b" t="t" l="l"/>
              <a:pathLst>
                <a:path h="443483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3"/>
                  </a:lnTo>
                  <a:lnTo>
                    <a:pt x="0" y="443483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52749" y="1970161"/>
            <a:ext cx="168810" cy="60518"/>
            <a:chOff x="0" y="0"/>
            <a:chExt cx="1641970" cy="5886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7945"/>
              <a:ext cx="322071" cy="457199"/>
            </a:xfrm>
            <a:custGeom>
              <a:avLst/>
              <a:gdLst/>
              <a:ahLst/>
              <a:cxnLst/>
              <a:rect r="r" b="b" t="t" l="l"/>
              <a:pathLst>
                <a:path h="457199" w="322071">
                  <a:moveTo>
                    <a:pt x="161036" y="457199"/>
                  </a:moveTo>
                  <a:cubicBezTo>
                    <a:pt x="64897" y="457199"/>
                    <a:pt x="5080" y="407796"/>
                    <a:pt x="0" y="333374"/>
                  </a:cubicBezTo>
                  <a:lnTo>
                    <a:pt x="58039" y="333374"/>
                  </a:lnTo>
                  <a:cubicBezTo>
                    <a:pt x="62484" y="383666"/>
                    <a:pt x="108966" y="406653"/>
                    <a:pt x="161036" y="406653"/>
                  </a:cubicBezTo>
                  <a:cubicBezTo>
                    <a:pt x="221106" y="406653"/>
                    <a:pt x="266953" y="375157"/>
                    <a:pt x="266953" y="327786"/>
                  </a:cubicBezTo>
                  <a:cubicBezTo>
                    <a:pt x="268477" y="267334"/>
                    <a:pt x="179451" y="256920"/>
                    <a:pt x="125603" y="240537"/>
                  </a:cubicBezTo>
                  <a:cubicBezTo>
                    <a:pt x="54483" y="218820"/>
                    <a:pt x="12446" y="183641"/>
                    <a:pt x="12446" y="124714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911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5"/>
                  </a:cubicBezTo>
                  <a:cubicBezTo>
                    <a:pt x="322071" y="401319"/>
                    <a:pt x="263397" y="457199"/>
                    <a:pt x="161036" y="4571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50976" y="180467"/>
              <a:ext cx="294640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40">
                  <a:moveTo>
                    <a:pt x="155956" y="344042"/>
                  </a:moveTo>
                  <a:cubicBezTo>
                    <a:pt x="59563" y="344042"/>
                    <a:pt x="0" y="275589"/>
                    <a:pt x="0" y="173227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9"/>
                  </a:cubicBezTo>
                  <a:lnTo>
                    <a:pt x="294640" y="177545"/>
                  </a:lnTo>
                  <a:lnTo>
                    <a:pt x="294640" y="188721"/>
                  </a:lnTo>
                  <a:lnTo>
                    <a:pt x="54229" y="188721"/>
                  </a:lnTo>
                  <a:cubicBezTo>
                    <a:pt x="56896" y="258317"/>
                    <a:pt x="97409" y="296417"/>
                    <a:pt x="156337" y="296417"/>
                  </a:cubicBezTo>
                  <a:cubicBezTo>
                    <a:pt x="195580" y="296417"/>
                    <a:pt x="225044" y="279145"/>
                    <a:pt x="237617" y="245236"/>
                  </a:cubicBezTo>
                  <a:lnTo>
                    <a:pt x="289433" y="259460"/>
                  </a:lnTo>
                  <a:cubicBezTo>
                    <a:pt x="273939" y="309752"/>
                    <a:pt x="224282" y="344042"/>
                    <a:pt x="156083" y="344042"/>
                  </a:cubicBezTo>
                  <a:close/>
                  <a:moveTo>
                    <a:pt x="54483" y="143509"/>
                  </a:moveTo>
                  <a:lnTo>
                    <a:pt x="240284" y="143509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22451" y="63500"/>
              <a:ext cx="266064" cy="453897"/>
            </a:xfrm>
            <a:custGeom>
              <a:avLst/>
              <a:gdLst/>
              <a:ahLst/>
              <a:cxnLst/>
              <a:rect r="r" b="b" t="t" l="l"/>
              <a:pathLst>
                <a:path h="453897" w="266064">
                  <a:moveTo>
                    <a:pt x="53593" y="254507"/>
                  </a:moveTo>
                  <a:lnTo>
                    <a:pt x="53593" y="354202"/>
                  </a:lnTo>
                  <a:lnTo>
                    <a:pt x="53593" y="453897"/>
                  </a:lnTo>
                  <a:lnTo>
                    <a:pt x="0" y="453897"/>
                  </a:lnTo>
                  <a:lnTo>
                    <a:pt x="0" y="287527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3"/>
                  </a:lnTo>
                  <a:lnTo>
                    <a:pt x="266064" y="453897"/>
                  </a:lnTo>
                  <a:lnTo>
                    <a:pt x="212597" y="453897"/>
                  </a:lnTo>
                  <a:lnTo>
                    <a:pt x="212597" y="350519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62302" y="180467"/>
              <a:ext cx="268605" cy="344677"/>
            </a:xfrm>
            <a:custGeom>
              <a:avLst/>
              <a:gdLst/>
              <a:ahLst/>
              <a:cxnLst/>
              <a:rect r="r" b="b" t="t" l="l"/>
              <a:pathLst>
                <a:path h="344677" w="268605">
                  <a:moveTo>
                    <a:pt x="113411" y="344677"/>
                  </a:moveTo>
                  <a:cubicBezTo>
                    <a:pt x="50292" y="344677"/>
                    <a:pt x="0" y="307720"/>
                    <a:pt x="0" y="242315"/>
                  </a:cubicBezTo>
                  <a:cubicBezTo>
                    <a:pt x="0" y="166115"/>
                    <a:pt x="67818" y="152145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2"/>
                  </a:lnTo>
                  <a:lnTo>
                    <a:pt x="268604" y="336930"/>
                  </a:lnTo>
                  <a:lnTo>
                    <a:pt x="215900" y="336930"/>
                  </a:lnTo>
                  <a:lnTo>
                    <a:pt x="215900" y="314324"/>
                  </a:lnTo>
                  <a:lnTo>
                    <a:pt x="215900" y="291718"/>
                  </a:lnTo>
                  <a:lnTo>
                    <a:pt x="212344" y="291718"/>
                  </a:lnTo>
                  <a:cubicBezTo>
                    <a:pt x="201041" y="315213"/>
                    <a:pt x="169799" y="344677"/>
                    <a:pt x="113538" y="344677"/>
                  </a:cubicBezTo>
                  <a:close/>
                  <a:moveTo>
                    <a:pt x="122809" y="297306"/>
                  </a:moveTo>
                  <a:cubicBezTo>
                    <a:pt x="181991" y="297306"/>
                    <a:pt x="215138" y="257428"/>
                    <a:pt x="215138" y="216661"/>
                  </a:cubicBezTo>
                  <a:lnTo>
                    <a:pt x="215138" y="193674"/>
                  </a:lnTo>
                  <a:lnTo>
                    <a:pt x="215138" y="170560"/>
                  </a:lnTo>
                  <a:cubicBezTo>
                    <a:pt x="206248" y="180974"/>
                    <a:pt x="147828" y="186943"/>
                    <a:pt x="127381" y="189610"/>
                  </a:cubicBezTo>
                  <a:cubicBezTo>
                    <a:pt x="88392" y="194690"/>
                    <a:pt x="54102" y="207136"/>
                    <a:pt x="54102" y="244982"/>
                  </a:cubicBezTo>
                  <a:cubicBezTo>
                    <a:pt x="54102" y="279526"/>
                    <a:pt x="82931" y="297306"/>
                    <a:pt x="122809" y="29730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24886" y="73914"/>
              <a:ext cx="53594" cy="443483"/>
            </a:xfrm>
            <a:custGeom>
              <a:avLst/>
              <a:gdLst/>
              <a:ahLst/>
              <a:cxnLst/>
              <a:rect r="r" b="b" t="t" l="l"/>
              <a:pathLst>
                <a:path h="443483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3"/>
                  </a:lnTo>
                  <a:lnTo>
                    <a:pt x="0" y="443483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52749" y="5954351"/>
            <a:ext cx="168810" cy="60518"/>
            <a:chOff x="0" y="0"/>
            <a:chExt cx="1641970" cy="5886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7944"/>
              <a:ext cx="322071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1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6" y="406651"/>
                    <a:pt x="266953" y="375156"/>
                    <a:pt x="266953" y="327785"/>
                  </a:cubicBezTo>
                  <a:cubicBezTo>
                    <a:pt x="268477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4"/>
                  </a:cubicBezTo>
                  <a:cubicBezTo>
                    <a:pt x="322071" y="401317"/>
                    <a:pt x="263397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50976" y="18046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483" y="143508"/>
                  </a:moveTo>
                  <a:lnTo>
                    <a:pt x="240284" y="143508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22451" y="63499"/>
              <a:ext cx="266064" cy="453894"/>
            </a:xfrm>
            <a:custGeom>
              <a:avLst/>
              <a:gdLst/>
              <a:ahLst/>
              <a:cxnLst/>
              <a:rect r="r" b="b" t="t" l="l"/>
              <a:pathLst>
                <a:path h="453894" w="266064">
                  <a:moveTo>
                    <a:pt x="53593" y="254507"/>
                  </a:moveTo>
                  <a:lnTo>
                    <a:pt x="53593" y="354201"/>
                  </a:lnTo>
                  <a:lnTo>
                    <a:pt x="53593" y="453895"/>
                  </a:lnTo>
                  <a:lnTo>
                    <a:pt x="0" y="453895"/>
                  </a:lnTo>
                  <a:lnTo>
                    <a:pt x="0" y="287526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2"/>
                  </a:lnTo>
                  <a:lnTo>
                    <a:pt x="266064" y="453895"/>
                  </a:lnTo>
                  <a:lnTo>
                    <a:pt x="212597" y="453895"/>
                  </a:lnTo>
                  <a:lnTo>
                    <a:pt x="212597" y="350518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62302" y="180466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1"/>
                  </a:lnTo>
                  <a:lnTo>
                    <a:pt x="268604" y="336928"/>
                  </a:lnTo>
                  <a:lnTo>
                    <a:pt x="215900" y="336928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24886" y="73913"/>
              <a:ext cx="53594" cy="443481"/>
            </a:xfrm>
            <a:custGeom>
              <a:avLst/>
              <a:gdLst/>
              <a:ahLst/>
              <a:cxnLst/>
              <a:rect r="r" b="b" t="t" l="l"/>
              <a:pathLst>
                <a:path h="443481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52749" y="6218162"/>
            <a:ext cx="168810" cy="60518"/>
            <a:chOff x="0" y="0"/>
            <a:chExt cx="1641970" cy="5886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0" y="67944"/>
              <a:ext cx="322071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1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6" y="406651"/>
                    <a:pt x="266953" y="375156"/>
                    <a:pt x="266953" y="327785"/>
                  </a:cubicBezTo>
                  <a:cubicBezTo>
                    <a:pt x="268477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4"/>
                  </a:cubicBezTo>
                  <a:cubicBezTo>
                    <a:pt x="322071" y="401317"/>
                    <a:pt x="263397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50976" y="18046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483" y="143508"/>
                  </a:moveTo>
                  <a:lnTo>
                    <a:pt x="240284" y="143508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822451" y="63499"/>
              <a:ext cx="266064" cy="453894"/>
            </a:xfrm>
            <a:custGeom>
              <a:avLst/>
              <a:gdLst/>
              <a:ahLst/>
              <a:cxnLst/>
              <a:rect r="r" b="b" t="t" l="l"/>
              <a:pathLst>
                <a:path h="453894" w="266064">
                  <a:moveTo>
                    <a:pt x="53593" y="254507"/>
                  </a:moveTo>
                  <a:lnTo>
                    <a:pt x="53593" y="354201"/>
                  </a:lnTo>
                  <a:lnTo>
                    <a:pt x="53593" y="453895"/>
                  </a:lnTo>
                  <a:lnTo>
                    <a:pt x="0" y="453895"/>
                  </a:lnTo>
                  <a:lnTo>
                    <a:pt x="0" y="287526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2"/>
                  </a:lnTo>
                  <a:lnTo>
                    <a:pt x="266064" y="453895"/>
                  </a:lnTo>
                  <a:lnTo>
                    <a:pt x="212597" y="453895"/>
                  </a:lnTo>
                  <a:lnTo>
                    <a:pt x="212597" y="350518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62302" y="180466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1"/>
                  </a:lnTo>
                  <a:lnTo>
                    <a:pt x="268604" y="336928"/>
                  </a:lnTo>
                  <a:lnTo>
                    <a:pt x="215900" y="336928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24886" y="73913"/>
              <a:ext cx="53594" cy="443481"/>
            </a:xfrm>
            <a:custGeom>
              <a:avLst/>
              <a:gdLst/>
              <a:ahLst/>
              <a:cxnLst/>
              <a:rect r="r" b="b" t="t" l="l"/>
              <a:pathLst>
                <a:path h="443481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452749" y="6591258"/>
            <a:ext cx="168810" cy="60518"/>
            <a:chOff x="0" y="0"/>
            <a:chExt cx="1641970" cy="5886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7944"/>
              <a:ext cx="322071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1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6" y="406651"/>
                    <a:pt x="266953" y="375156"/>
                    <a:pt x="266953" y="327785"/>
                  </a:cubicBezTo>
                  <a:cubicBezTo>
                    <a:pt x="268477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4"/>
                  </a:cubicBezTo>
                  <a:cubicBezTo>
                    <a:pt x="322071" y="401317"/>
                    <a:pt x="263397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50976" y="18046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483" y="143508"/>
                  </a:moveTo>
                  <a:lnTo>
                    <a:pt x="240284" y="143508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822451" y="63499"/>
              <a:ext cx="266064" cy="453894"/>
            </a:xfrm>
            <a:custGeom>
              <a:avLst/>
              <a:gdLst/>
              <a:ahLst/>
              <a:cxnLst/>
              <a:rect r="r" b="b" t="t" l="l"/>
              <a:pathLst>
                <a:path h="453894" w="266064">
                  <a:moveTo>
                    <a:pt x="53593" y="254507"/>
                  </a:moveTo>
                  <a:lnTo>
                    <a:pt x="53593" y="354201"/>
                  </a:lnTo>
                  <a:lnTo>
                    <a:pt x="53593" y="453895"/>
                  </a:lnTo>
                  <a:lnTo>
                    <a:pt x="0" y="453895"/>
                  </a:lnTo>
                  <a:lnTo>
                    <a:pt x="0" y="287526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2"/>
                  </a:lnTo>
                  <a:lnTo>
                    <a:pt x="266064" y="453895"/>
                  </a:lnTo>
                  <a:lnTo>
                    <a:pt x="212597" y="453895"/>
                  </a:lnTo>
                  <a:lnTo>
                    <a:pt x="212597" y="350518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162302" y="180466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1"/>
                  </a:lnTo>
                  <a:lnTo>
                    <a:pt x="268604" y="336928"/>
                  </a:lnTo>
                  <a:lnTo>
                    <a:pt x="215900" y="336928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524886" y="73913"/>
              <a:ext cx="53594" cy="443481"/>
            </a:xfrm>
            <a:custGeom>
              <a:avLst/>
              <a:gdLst/>
              <a:ahLst/>
              <a:cxnLst/>
              <a:rect r="r" b="b" t="t" l="l"/>
              <a:pathLst>
                <a:path h="443481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452749" y="6964940"/>
            <a:ext cx="168810" cy="60518"/>
            <a:chOff x="0" y="0"/>
            <a:chExt cx="1641970" cy="5886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0" y="67944"/>
              <a:ext cx="322071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1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6" y="406651"/>
                    <a:pt x="266953" y="375156"/>
                    <a:pt x="266953" y="327785"/>
                  </a:cubicBezTo>
                  <a:cubicBezTo>
                    <a:pt x="268477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8" y="0"/>
                    <a:pt x="313308" y="50927"/>
                    <a:pt x="316102" y="117856"/>
                  </a:cubicBezTo>
                  <a:lnTo>
                    <a:pt x="260730" y="117856"/>
                  </a:lnTo>
                  <a:cubicBezTo>
                    <a:pt x="255650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7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3" y="219074"/>
                    <a:pt x="322071" y="245871"/>
                    <a:pt x="322071" y="328674"/>
                  </a:cubicBezTo>
                  <a:cubicBezTo>
                    <a:pt x="322071" y="401317"/>
                    <a:pt x="263397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450976" y="18046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483" y="143508"/>
                  </a:moveTo>
                  <a:lnTo>
                    <a:pt x="240284" y="143508"/>
                  </a:lnTo>
                  <a:cubicBezTo>
                    <a:pt x="235204" y="86994"/>
                    <a:pt x="204597" y="47624"/>
                    <a:pt x="149860" y="47624"/>
                  </a:cubicBezTo>
                  <a:cubicBezTo>
                    <a:pt x="92710" y="47624"/>
                    <a:pt x="57912" y="92582"/>
                    <a:pt x="54610" y="14350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822451" y="63499"/>
              <a:ext cx="266064" cy="453894"/>
            </a:xfrm>
            <a:custGeom>
              <a:avLst/>
              <a:gdLst/>
              <a:ahLst/>
              <a:cxnLst/>
              <a:rect r="r" b="b" t="t" l="l"/>
              <a:pathLst>
                <a:path h="453894" w="266064">
                  <a:moveTo>
                    <a:pt x="53593" y="254507"/>
                  </a:moveTo>
                  <a:lnTo>
                    <a:pt x="53593" y="354201"/>
                  </a:lnTo>
                  <a:lnTo>
                    <a:pt x="53593" y="453895"/>
                  </a:lnTo>
                  <a:lnTo>
                    <a:pt x="0" y="453895"/>
                  </a:lnTo>
                  <a:lnTo>
                    <a:pt x="0" y="287526"/>
                  </a:lnTo>
                  <a:lnTo>
                    <a:pt x="0" y="121158"/>
                  </a:lnTo>
                  <a:lnTo>
                    <a:pt x="51435" y="121158"/>
                  </a:lnTo>
                  <a:lnTo>
                    <a:pt x="51688" y="182752"/>
                  </a:lnTo>
                  <a:cubicBezTo>
                    <a:pt x="73152" y="135762"/>
                    <a:pt x="108838" y="116967"/>
                    <a:pt x="153542" y="116967"/>
                  </a:cubicBezTo>
                  <a:cubicBezTo>
                    <a:pt x="220852" y="116967"/>
                    <a:pt x="266064" y="158368"/>
                    <a:pt x="266064" y="242569"/>
                  </a:cubicBezTo>
                  <a:lnTo>
                    <a:pt x="266064" y="348232"/>
                  </a:lnTo>
                  <a:lnTo>
                    <a:pt x="266064" y="453895"/>
                  </a:lnTo>
                  <a:lnTo>
                    <a:pt x="212597" y="453895"/>
                  </a:lnTo>
                  <a:lnTo>
                    <a:pt x="212597" y="350518"/>
                  </a:lnTo>
                  <a:lnTo>
                    <a:pt x="212597" y="247014"/>
                  </a:lnTo>
                  <a:cubicBezTo>
                    <a:pt x="212597" y="195833"/>
                    <a:pt x="184022" y="165226"/>
                    <a:pt x="137540" y="165226"/>
                  </a:cubicBezTo>
                  <a:cubicBezTo>
                    <a:pt x="89661" y="165226"/>
                    <a:pt x="53593" y="197611"/>
                    <a:pt x="53593" y="254507"/>
                  </a:cubicBezTo>
                  <a:close/>
                  <a:moveTo>
                    <a:pt x="172084" y="63119"/>
                  </a:moveTo>
                  <a:cubicBezTo>
                    <a:pt x="142620" y="63119"/>
                    <a:pt x="114934" y="38354"/>
                    <a:pt x="99821" y="38354"/>
                  </a:cubicBezTo>
                  <a:cubicBezTo>
                    <a:pt x="89407" y="38354"/>
                    <a:pt x="84581" y="50292"/>
                    <a:pt x="84073" y="61849"/>
                  </a:cubicBezTo>
                  <a:lnTo>
                    <a:pt x="46481" y="61849"/>
                  </a:lnTo>
                  <a:cubicBezTo>
                    <a:pt x="47624" y="26162"/>
                    <a:pt x="62864" y="0"/>
                    <a:pt x="94614" y="0"/>
                  </a:cubicBezTo>
                  <a:cubicBezTo>
                    <a:pt x="125602" y="0"/>
                    <a:pt x="146430" y="25273"/>
                    <a:pt x="166369" y="25273"/>
                  </a:cubicBezTo>
                  <a:cubicBezTo>
                    <a:pt x="176148" y="25273"/>
                    <a:pt x="180974" y="18415"/>
                    <a:pt x="183006" y="1143"/>
                  </a:cubicBezTo>
                  <a:lnTo>
                    <a:pt x="219582" y="1143"/>
                  </a:lnTo>
                  <a:cubicBezTo>
                    <a:pt x="218439" y="38608"/>
                    <a:pt x="201167" y="62992"/>
                    <a:pt x="171957" y="629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62302" y="180466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4" y="13715"/>
                    <a:pt x="268604" y="117601"/>
                  </a:cubicBezTo>
                  <a:lnTo>
                    <a:pt x="268604" y="227201"/>
                  </a:lnTo>
                  <a:lnTo>
                    <a:pt x="268604" y="336928"/>
                  </a:lnTo>
                  <a:lnTo>
                    <a:pt x="215900" y="336928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24886" y="73913"/>
              <a:ext cx="53594" cy="443481"/>
            </a:xfrm>
            <a:custGeom>
              <a:avLst/>
              <a:gdLst/>
              <a:ahLst/>
              <a:cxnLst/>
              <a:rect r="r" b="b" t="t" l="l"/>
              <a:pathLst>
                <a:path h="443481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54708" y="1351692"/>
            <a:ext cx="225297" cy="74256"/>
            <a:chOff x="0" y="0"/>
            <a:chExt cx="2191410" cy="7222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0" y="83693"/>
              <a:ext cx="272923" cy="443610"/>
            </a:xfrm>
            <a:custGeom>
              <a:avLst/>
              <a:gdLst/>
              <a:ahLst/>
              <a:cxnLst/>
              <a:rect r="r" b="b" t="t" l="l"/>
              <a:pathLst>
                <a:path h="443610" w="272923">
                  <a:moveTo>
                    <a:pt x="0" y="443483"/>
                  </a:moveTo>
                  <a:lnTo>
                    <a:pt x="0" y="221742"/>
                  </a:lnTo>
                  <a:lnTo>
                    <a:pt x="0" y="0"/>
                  </a:lnTo>
                  <a:lnTo>
                    <a:pt x="270256" y="0"/>
                  </a:lnTo>
                  <a:lnTo>
                    <a:pt x="270256" y="25019"/>
                  </a:lnTo>
                  <a:lnTo>
                    <a:pt x="270256" y="50038"/>
                  </a:lnTo>
                  <a:lnTo>
                    <a:pt x="56515" y="50038"/>
                  </a:lnTo>
                  <a:lnTo>
                    <a:pt x="56515" y="122301"/>
                  </a:lnTo>
                  <a:lnTo>
                    <a:pt x="56515" y="194691"/>
                  </a:lnTo>
                  <a:lnTo>
                    <a:pt x="255651" y="194691"/>
                  </a:lnTo>
                  <a:lnTo>
                    <a:pt x="255651" y="219710"/>
                  </a:lnTo>
                  <a:lnTo>
                    <a:pt x="255651" y="244729"/>
                  </a:lnTo>
                  <a:lnTo>
                    <a:pt x="56515" y="244729"/>
                  </a:lnTo>
                  <a:lnTo>
                    <a:pt x="56515" y="319151"/>
                  </a:lnTo>
                  <a:lnTo>
                    <a:pt x="56515" y="393572"/>
                  </a:lnTo>
                  <a:lnTo>
                    <a:pt x="272923" y="393572"/>
                  </a:lnTo>
                  <a:lnTo>
                    <a:pt x="272923" y="418591"/>
                  </a:lnTo>
                  <a:lnTo>
                    <a:pt x="272923" y="443610"/>
                  </a:lnTo>
                  <a:lnTo>
                    <a:pt x="0" y="44361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23291" y="190246"/>
              <a:ext cx="266065" cy="336931"/>
            </a:xfrm>
            <a:custGeom>
              <a:avLst/>
              <a:gdLst/>
              <a:ahLst/>
              <a:cxnLst/>
              <a:rect r="r" b="b" t="t" l="l"/>
              <a:pathLst>
                <a:path h="336931" w="266065">
                  <a:moveTo>
                    <a:pt x="53594" y="137541"/>
                  </a:moveTo>
                  <a:lnTo>
                    <a:pt x="53594" y="237235"/>
                  </a:lnTo>
                  <a:lnTo>
                    <a:pt x="53594" y="336930"/>
                  </a:lnTo>
                  <a:lnTo>
                    <a:pt x="0" y="336930"/>
                  </a:lnTo>
                  <a:lnTo>
                    <a:pt x="0" y="170561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3"/>
                  </a:cubicBezTo>
                  <a:lnTo>
                    <a:pt x="266065" y="231266"/>
                  </a:lnTo>
                  <a:lnTo>
                    <a:pt x="266065" y="336930"/>
                  </a:lnTo>
                  <a:lnTo>
                    <a:pt x="212598" y="336930"/>
                  </a:lnTo>
                  <a:lnTo>
                    <a:pt x="212598" y="233552"/>
                  </a:lnTo>
                  <a:lnTo>
                    <a:pt x="212598" y="130175"/>
                  </a:lnTo>
                  <a:cubicBezTo>
                    <a:pt x="212598" y="78994"/>
                    <a:pt x="184023" y="48387"/>
                    <a:pt x="137541" y="48387"/>
                  </a:cubicBezTo>
                  <a:cubicBezTo>
                    <a:pt x="89662" y="48387"/>
                    <a:pt x="53594" y="80772"/>
                    <a:pt x="53594" y="1376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767461" y="190373"/>
              <a:ext cx="294640" cy="344043"/>
            </a:xfrm>
            <a:custGeom>
              <a:avLst/>
              <a:gdLst/>
              <a:ahLst/>
              <a:cxnLst/>
              <a:rect r="r" b="b" t="t" l="l"/>
              <a:pathLst>
                <a:path h="344043" w="294640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10" y="296417"/>
                  </a:cubicBezTo>
                  <a:cubicBezTo>
                    <a:pt x="195453" y="296417"/>
                    <a:pt x="224916" y="279145"/>
                    <a:pt x="237489" y="245237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6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70" y="47498"/>
                    <a:pt x="149732" y="47498"/>
                  </a:cubicBezTo>
                  <a:cubicBezTo>
                    <a:pt x="92582" y="47498"/>
                    <a:pt x="57784" y="92456"/>
                    <a:pt x="54482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138808" y="189738"/>
              <a:ext cx="168783" cy="337439"/>
            </a:xfrm>
            <a:custGeom>
              <a:avLst/>
              <a:gdLst/>
              <a:ahLst/>
              <a:cxnLst/>
              <a:rect r="r" b="b" t="t" l="l"/>
              <a:pathLst>
                <a:path h="337439" w="168783">
                  <a:moveTo>
                    <a:pt x="0" y="337438"/>
                  </a:moveTo>
                  <a:lnTo>
                    <a:pt x="0" y="171069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7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298"/>
                  </a:lnTo>
                  <a:lnTo>
                    <a:pt x="53594" y="337438"/>
                  </a:lnTo>
                  <a:lnTo>
                    <a:pt x="0" y="3374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342008" y="190246"/>
              <a:ext cx="295910" cy="468502"/>
            </a:xfrm>
            <a:custGeom>
              <a:avLst/>
              <a:gdLst/>
              <a:ahLst/>
              <a:cxnLst/>
              <a:rect r="r" b="b" t="t" l="l"/>
              <a:pathLst>
                <a:path h="468502" w="295910">
                  <a:moveTo>
                    <a:pt x="151003" y="468502"/>
                  </a:moveTo>
                  <a:cubicBezTo>
                    <a:pt x="77216" y="468502"/>
                    <a:pt x="34671" y="437260"/>
                    <a:pt x="14097" y="400684"/>
                  </a:cubicBezTo>
                  <a:lnTo>
                    <a:pt x="57531" y="372744"/>
                  </a:lnTo>
                  <a:cubicBezTo>
                    <a:pt x="71501" y="392048"/>
                    <a:pt x="92329" y="421893"/>
                    <a:pt x="151003" y="421893"/>
                  </a:cubicBezTo>
                  <a:cubicBezTo>
                    <a:pt x="203962" y="421893"/>
                    <a:pt x="242316" y="397509"/>
                    <a:pt x="242316" y="342772"/>
                  </a:cubicBezTo>
                  <a:lnTo>
                    <a:pt x="242316" y="309244"/>
                  </a:lnTo>
                  <a:lnTo>
                    <a:pt x="242316" y="275970"/>
                  </a:lnTo>
                  <a:lnTo>
                    <a:pt x="237236" y="275970"/>
                  </a:lnTo>
                  <a:cubicBezTo>
                    <a:pt x="225933" y="295020"/>
                    <a:pt x="204851" y="331596"/>
                    <a:pt x="140462" y="331596"/>
                  </a:cubicBezTo>
                  <a:cubicBezTo>
                    <a:pt x="60706" y="331596"/>
                    <a:pt x="0" y="273557"/>
                    <a:pt x="0" y="169037"/>
                  </a:cubicBezTo>
                  <a:cubicBezTo>
                    <a:pt x="0" y="66040"/>
                    <a:pt x="58674" y="0"/>
                    <a:pt x="141732" y="0"/>
                  </a:cubicBezTo>
                  <a:cubicBezTo>
                    <a:pt x="205994" y="0"/>
                    <a:pt x="227457" y="39624"/>
                    <a:pt x="238760" y="57404"/>
                  </a:cubicBezTo>
                  <a:lnTo>
                    <a:pt x="243840" y="57404"/>
                  </a:lnTo>
                  <a:lnTo>
                    <a:pt x="243840" y="30988"/>
                  </a:lnTo>
                  <a:lnTo>
                    <a:pt x="243840" y="4191"/>
                  </a:lnTo>
                  <a:lnTo>
                    <a:pt x="295910" y="4191"/>
                  </a:lnTo>
                  <a:lnTo>
                    <a:pt x="295910" y="174879"/>
                  </a:lnTo>
                  <a:lnTo>
                    <a:pt x="295910" y="345566"/>
                  </a:lnTo>
                  <a:cubicBezTo>
                    <a:pt x="295910" y="431545"/>
                    <a:pt x="231902" y="468502"/>
                    <a:pt x="151003" y="468502"/>
                  </a:cubicBezTo>
                  <a:close/>
                  <a:moveTo>
                    <a:pt x="149479" y="283971"/>
                  </a:moveTo>
                  <a:cubicBezTo>
                    <a:pt x="209931" y="283971"/>
                    <a:pt x="242951" y="240537"/>
                    <a:pt x="242951" y="167894"/>
                  </a:cubicBezTo>
                  <a:cubicBezTo>
                    <a:pt x="242951" y="97409"/>
                    <a:pt x="210820" y="48006"/>
                    <a:pt x="149479" y="48006"/>
                  </a:cubicBezTo>
                  <a:cubicBezTo>
                    <a:pt x="86106" y="48006"/>
                    <a:pt x="54483" y="101600"/>
                    <a:pt x="54483" y="167894"/>
                  </a:cubicBezTo>
                  <a:cubicBezTo>
                    <a:pt x="54483" y="236346"/>
                    <a:pt x="86868" y="283971"/>
                    <a:pt x="149479" y="28397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732025" y="63500"/>
              <a:ext cx="105029" cy="463676"/>
            </a:xfrm>
            <a:custGeom>
              <a:avLst/>
              <a:gdLst/>
              <a:ahLst/>
              <a:cxnLst/>
              <a:rect r="r" b="b" t="t" l="l"/>
              <a:pathLst>
                <a:path h="463676" w="105029">
                  <a:moveTo>
                    <a:pt x="0" y="463676"/>
                  </a:moveTo>
                  <a:lnTo>
                    <a:pt x="0" y="297307"/>
                  </a:lnTo>
                  <a:lnTo>
                    <a:pt x="0" y="130937"/>
                  </a:lnTo>
                  <a:lnTo>
                    <a:pt x="53594" y="130937"/>
                  </a:lnTo>
                  <a:lnTo>
                    <a:pt x="53594" y="297307"/>
                  </a:lnTo>
                  <a:lnTo>
                    <a:pt x="53594" y="463676"/>
                  </a:lnTo>
                  <a:lnTo>
                    <a:pt x="0" y="463676"/>
                  </a:lnTo>
                  <a:close/>
                  <a:moveTo>
                    <a:pt x="3556" y="87503"/>
                  </a:moveTo>
                  <a:lnTo>
                    <a:pt x="45212" y="0"/>
                  </a:lnTo>
                  <a:lnTo>
                    <a:pt x="105029" y="0"/>
                  </a:lnTo>
                  <a:lnTo>
                    <a:pt x="47244" y="87503"/>
                  </a:lnTo>
                  <a:lnTo>
                    <a:pt x="3429" y="87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859406" y="190246"/>
              <a:ext cx="268605" cy="344678"/>
            </a:xfrm>
            <a:custGeom>
              <a:avLst/>
              <a:gdLst/>
              <a:ahLst/>
              <a:cxnLst/>
              <a:rect r="r" b="b" t="t" l="l"/>
              <a:pathLst>
                <a:path h="344678" w="268605">
                  <a:moveTo>
                    <a:pt x="113411" y="344677"/>
                  </a:moveTo>
                  <a:cubicBezTo>
                    <a:pt x="50292" y="344677"/>
                    <a:pt x="0" y="307720"/>
                    <a:pt x="0" y="242315"/>
                  </a:cubicBezTo>
                  <a:cubicBezTo>
                    <a:pt x="0" y="166116"/>
                    <a:pt x="67818" y="152146"/>
                    <a:pt x="129413" y="144399"/>
                  </a:cubicBezTo>
                  <a:cubicBezTo>
                    <a:pt x="189484" y="136398"/>
                    <a:pt x="214884" y="139573"/>
                    <a:pt x="214884" y="112268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5"/>
                  </a:cubicBezTo>
                  <a:lnTo>
                    <a:pt x="9652" y="78867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2"/>
                  </a:cubicBezTo>
                  <a:lnTo>
                    <a:pt x="268605" y="227329"/>
                  </a:lnTo>
                  <a:lnTo>
                    <a:pt x="268605" y="337057"/>
                  </a:lnTo>
                  <a:lnTo>
                    <a:pt x="215773" y="337057"/>
                  </a:lnTo>
                  <a:lnTo>
                    <a:pt x="215773" y="314324"/>
                  </a:lnTo>
                  <a:lnTo>
                    <a:pt x="215773" y="291718"/>
                  </a:lnTo>
                  <a:lnTo>
                    <a:pt x="212217" y="291718"/>
                  </a:lnTo>
                  <a:cubicBezTo>
                    <a:pt x="200914" y="315213"/>
                    <a:pt x="169672" y="344677"/>
                    <a:pt x="113411" y="344677"/>
                  </a:cubicBezTo>
                  <a:close/>
                  <a:moveTo>
                    <a:pt x="122682" y="297306"/>
                  </a:moveTo>
                  <a:cubicBezTo>
                    <a:pt x="181864" y="297306"/>
                    <a:pt x="215011" y="257428"/>
                    <a:pt x="215011" y="216662"/>
                  </a:cubicBezTo>
                  <a:lnTo>
                    <a:pt x="215011" y="193675"/>
                  </a:lnTo>
                  <a:lnTo>
                    <a:pt x="215011" y="170561"/>
                  </a:lnTo>
                  <a:cubicBezTo>
                    <a:pt x="206121" y="180975"/>
                    <a:pt x="147701" y="186944"/>
                    <a:pt x="127254" y="189611"/>
                  </a:cubicBezTo>
                  <a:cubicBezTo>
                    <a:pt x="88265" y="194691"/>
                    <a:pt x="53975" y="207137"/>
                    <a:pt x="53975" y="244982"/>
                  </a:cubicBezTo>
                  <a:cubicBezTo>
                    <a:pt x="53975" y="279526"/>
                    <a:pt x="82804" y="297306"/>
                    <a:pt x="122682" y="29730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634113" y="379612"/>
            <a:ext cx="81723" cy="59385"/>
            <a:chOff x="0" y="0"/>
            <a:chExt cx="794893" cy="57762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63500" y="63500"/>
              <a:ext cx="295273" cy="450724"/>
            </a:xfrm>
            <a:custGeom>
              <a:avLst/>
              <a:gdLst/>
              <a:ahLst/>
              <a:cxnLst/>
              <a:rect r="r" b="b" t="t" l="l"/>
              <a:pathLst>
                <a:path h="450724" w="295273">
                  <a:moveTo>
                    <a:pt x="140842" y="450597"/>
                  </a:moveTo>
                  <a:cubicBezTo>
                    <a:pt x="57784" y="450597"/>
                    <a:pt x="0" y="383922"/>
                    <a:pt x="0" y="278004"/>
                  </a:cubicBezTo>
                  <a:cubicBezTo>
                    <a:pt x="0" y="172593"/>
                    <a:pt x="58038" y="106553"/>
                    <a:pt x="141096" y="106553"/>
                  </a:cubicBezTo>
                  <a:cubicBezTo>
                    <a:pt x="205992" y="106553"/>
                    <a:pt x="226566" y="146431"/>
                    <a:pt x="237488" y="163957"/>
                  </a:cubicBezTo>
                  <a:lnTo>
                    <a:pt x="241679" y="163957"/>
                  </a:lnTo>
                  <a:lnTo>
                    <a:pt x="241679" y="82169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2"/>
                  </a:lnTo>
                  <a:lnTo>
                    <a:pt x="295273" y="443485"/>
                  </a:lnTo>
                  <a:lnTo>
                    <a:pt x="243457" y="443485"/>
                  </a:lnTo>
                  <a:lnTo>
                    <a:pt x="243457" y="417704"/>
                  </a:lnTo>
                  <a:lnTo>
                    <a:pt x="243457" y="392050"/>
                  </a:lnTo>
                  <a:lnTo>
                    <a:pt x="237488" y="392050"/>
                  </a:lnTo>
                  <a:cubicBezTo>
                    <a:pt x="226439" y="410465"/>
                    <a:pt x="204214" y="450724"/>
                    <a:pt x="140715" y="450724"/>
                  </a:cubicBezTo>
                  <a:close/>
                  <a:moveTo>
                    <a:pt x="148716" y="402845"/>
                  </a:moveTo>
                  <a:cubicBezTo>
                    <a:pt x="209167" y="402845"/>
                    <a:pt x="242187" y="351664"/>
                    <a:pt x="242187" y="277495"/>
                  </a:cubicBezTo>
                  <a:cubicBezTo>
                    <a:pt x="242187" y="203962"/>
                    <a:pt x="210056" y="154559"/>
                    <a:pt x="148716" y="154559"/>
                  </a:cubicBezTo>
                  <a:cubicBezTo>
                    <a:pt x="85597" y="154559"/>
                    <a:pt x="54355" y="208407"/>
                    <a:pt x="54355" y="277495"/>
                  </a:cubicBezTo>
                  <a:cubicBezTo>
                    <a:pt x="54355" y="347473"/>
                    <a:pt x="86486" y="402845"/>
                    <a:pt x="148716" y="4028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436750" y="170053"/>
              <a:ext cx="294638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38">
                  <a:moveTo>
                    <a:pt x="155956" y="344044"/>
                  </a:moveTo>
                  <a:cubicBezTo>
                    <a:pt x="59563" y="344044"/>
                    <a:pt x="0" y="275591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3"/>
                  </a:lnTo>
                  <a:lnTo>
                    <a:pt x="54102" y="188723"/>
                  </a:lnTo>
                  <a:cubicBezTo>
                    <a:pt x="56769" y="258319"/>
                    <a:pt x="97282" y="296419"/>
                    <a:pt x="156210" y="296419"/>
                  </a:cubicBezTo>
                  <a:cubicBezTo>
                    <a:pt x="195452" y="296419"/>
                    <a:pt x="224916" y="279147"/>
                    <a:pt x="237489" y="245238"/>
                  </a:cubicBezTo>
                  <a:lnTo>
                    <a:pt x="289305" y="259462"/>
                  </a:lnTo>
                  <a:cubicBezTo>
                    <a:pt x="273811" y="309754"/>
                    <a:pt x="224154" y="344044"/>
                    <a:pt x="155956" y="344044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634113" y="1971232"/>
            <a:ext cx="81723" cy="59385"/>
            <a:chOff x="0" y="0"/>
            <a:chExt cx="794893" cy="57762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63500" y="63500"/>
              <a:ext cx="295273" cy="450724"/>
            </a:xfrm>
            <a:custGeom>
              <a:avLst/>
              <a:gdLst/>
              <a:ahLst/>
              <a:cxnLst/>
              <a:rect r="r" b="b" t="t" l="l"/>
              <a:pathLst>
                <a:path h="450724" w="295273">
                  <a:moveTo>
                    <a:pt x="140842" y="450597"/>
                  </a:moveTo>
                  <a:cubicBezTo>
                    <a:pt x="57784" y="450597"/>
                    <a:pt x="0" y="383922"/>
                    <a:pt x="0" y="278004"/>
                  </a:cubicBezTo>
                  <a:cubicBezTo>
                    <a:pt x="0" y="172593"/>
                    <a:pt x="58038" y="106553"/>
                    <a:pt x="141096" y="106553"/>
                  </a:cubicBezTo>
                  <a:cubicBezTo>
                    <a:pt x="205992" y="106553"/>
                    <a:pt x="226566" y="146431"/>
                    <a:pt x="237488" y="163957"/>
                  </a:cubicBezTo>
                  <a:lnTo>
                    <a:pt x="241679" y="163957"/>
                  </a:lnTo>
                  <a:lnTo>
                    <a:pt x="241679" y="82169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2"/>
                  </a:lnTo>
                  <a:lnTo>
                    <a:pt x="295273" y="443485"/>
                  </a:lnTo>
                  <a:lnTo>
                    <a:pt x="243457" y="443485"/>
                  </a:lnTo>
                  <a:lnTo>
                    <a:pt x="243457" y="417704"/>
                  </a:lnTo>
                  <a:lnTo>
                    <a:pt x="243457" y="392050"/>
                  </a:lnTo>
                  <a:lnTo>
                    <a:pt x="237488" y="392050"/>
                  </a:lnTo>
                  <a:cubicBezTo>
                    <a:pt x="226439" y="410465"/>
                    <a:pt x="204214" y="450724"/>
                    <a:pt x="140715" y="450724"/>
                  </a:cubicBezTo>
                  <a:close/>
                  <a:moveTo>
                    <a:pt x="148716" y="402845"/>
                  </a:moveTo>
                  <a:cubicBezTo>
                    <a:pt x="209167" y="402845"/>
                    <a:pt x="242187" y="351664"/>
                    <a:pt x="242187" y="277495"/>
                  </a:cubicBezTo>
                  <a:cubicBezTo>
                    <a:pt x="242187" y="203962"/>
                    <a:pt x="210056" y="154559"/>
                    <a:pt x="148716" y="154559"/>
                  </a:cubicBezTo>
                  <a:cubicBezTo>
                    <a:pt x="85597" y="154559"/>
                    <a:pt x="54355" y="208407"/>
                    <a:pt x="54355" y="277495"/>
                  </a:cubicBezTo>
                  <a:cubicBezTo>
                    <a:pt x="54355" y="347473"/>
                    <a:pt x="86486" y="402845"/>
                    <a:pt x="148716" y="4028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436750" y="170053"/>
              <a:ext cx="294638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38">
                  <a:moveTo>
                    <a:pt x="155956" y="344044"/>
                  </a:moveTo>
                  <a:cubicBezTo>
                    <a:pt x="59563" y="344044"/>
                    <a:pt x="0" y="275591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3"/>
                  </a:lnTo>
                  <a:lnTo>
                    <a:pt x="54102" y="188723"/>
                  </a:lnTo>
                  <a:cubicBezTo>
                    <a:pt x="56769" y="258319"/>
                    <a:pt x="97282" y="296419"/>
                    <a:pt x="156210" y="296419"/>
                  </a:cubicBezTo>
                  <a:cubicBezTo>
                    <a:pt x="195452" y="296419"/>
                    <a:pt x="224916" y="279147"/>
                    <a:pt x="237489" y="245238"/>
                  </a:cubicBezTo>
                  <a:lnTo>
                    <a:pt x="289305" y="259462"/>
                  </a:lnTo>
                  <a:cubicBezTo>
                    <a:pt x="273811" y="309754"/>
                    <a:pt x="224154" y="344044"/>
                    <a:pt x="155956" y="344044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634113" y="5955422"/>
            <a:ext cx="81723" cy="59385"/>
            <a:chOff x="0" y="0"/>
            <a:chExt cx="794893" cy="57762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10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6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634113" y="6219233"/>
            <a:ext cx="81723" cy="59385"/>
            <a:chOff x="0" y="0"/>
            <a:chExt cx="794893" cy="5776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10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6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634113" y="6592329"/>
            <a:ext cx="81723" cy="59385"/>
            <a:chOff x="0" y="0"/>
            <a:chExt cx="794893" cy="57762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10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6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634113" y="6966011"/>
            <a:ext cx="81723" cy="59385"/>
            <a:chOff x="0" y="0"/>
            <a:chExt cx="794893" cy="5776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10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6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454708" y="8904373"/>
            <a:ext cx="263270" cy="60946"/>
            <a:chOff x="0" y="0"/>
            <a:chExt cx="2560777" cy="59279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63500" y="78104"/>
              <a:ext cx="443484" cy="443481"/>
            </a:xfrm>
            <a:custGeom>
              <a:avLst/>
              <a:gdLst/>
              <a:ahLst/>
              <a:cxnLst/>
              <a:rect r="r" b="b" t="t" l="l"/>
              <a:pathLst>
                <a:path h="443481" w="443484">
                  <a:moveTo>
                    <a:pt x="0" y="443482"/>
                  </a:moveTo>
                  <a:lnTo>
                    <a:pt x="0" y="221741"/>
                  </a:lnTo>
                  <a:lnTo>
                    <a:pt x="0" y="0"/>
                  </a:lnTo>
                  <a:lnTo>
                    <a:pt x="80391" y="0"/>
                  </a:lnTo>
                  <a:lnTo>
                    <a:pt x="189611" y="279780"/>
                  </a:lnTo>
                  <a:cubicBezTo>
                    <a:pt x="197993" y="301243"/>
                    <a:pt x="211963" y="344676"/>
                    <a:pt x="222377" y="380617"/>
                  </a:cubicBezTo>
                  <a:cubicBezTo>
                    <a:pt x="232791" y="345819"/>
                    <a:pt x="246507" y="302005"/>
                    <a:pt x="255143" y="279780"/>
                  </a:cubicBezTo>
                  <a:lnTo>
                    <a:pt x="362839" y="0"/>
                  </a:lnTo>
                  <a:lnTo>
                    <a:pt x="443484" y="0"/>
                  </a:lnTo>
                  <a:lnTo>
                    <a:pt x="443484" y="221741"/>
                  </a:lnTo>
                  <a:lnTo>
                    <a:pt x="443484" y="443482"/>
                  </a:lnTo>
                  <a:lnTo>
                    <a:pt x="387858" y="443482"/>
                  </a:lnTo>
                  <a:cubicBezTo>
                    <a:pt x="388493" y="310132"/>
                    <a:pt x="386334" y="194309"/>
                    <a:pt x="389890" y="60452"/>
                  </a:cubicBezTo>
                  <a:cubicBezTo>
                    <a:pt x="343154" y="208406"/>
                    <a:pt x="297307" y="307211"/>
                    <a:pt x="246126" y="443482"/>
                  </a:cubicBezTo>
                  <a:lnTo>
                    <a:pt x="196977" y="443482"/>
                  </a:lnTo>
                  <a:cubicBezTo>
                    <a:pt x="144653" y="307084"/>
                    <a:pt x="99441" y="210057"/>
                    <a:pt x="51816" y="61341"/>
                  </a:cubicBezTo>
                  <a:cubicBezTo>
                    <a:pt x="55372" y="191642"/>
                    <a:pt x="53340" y="312291"/>
                    <a:pt x="53848" y="443482"/>
                  </a:cubicBezTo>
                  <a:lnTo>
                    <a:pt x="0" y="44348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591566" y="184657"/>
              <a:ext cx="294640" cy="344041"/>
            </a:xfrm>
            <a:custGeom>
              <a:avLst/>
              <a:gdLst/>
              <a:ahLst/>
              <a:cxnLst/>
              <a:rect r="r" b="b" t="t" l="l"/>
              <a:pathLst>
                <a:path h="344041" w="294640">
                  <a:moveTo>
                    <a:pt x="155955" y="344041"/>
                  </a:moveTo>
                  <a:cubicBezTo>
                    <a:pt x="59562" y="344041"/>
                    <a:pt x="0" y="275588"/>
                    <a:pt x="0" y="173227"/>
                  </a:cubicBezTo>
                  <a:cubicBezTo>
                    <a:pt x="0" y="71119"/>
                    <a:pt x="58927" y="0"/>
                    <a:pt x="149732" y="0"/>
                  </a:cubicBezTo>
                  <a:cubicBezTo>
                    <a:pt x="220217" y="0"/>
                    <a:pt x="294639" y="43434"/>
                    <a:pt x="294639" y="166369"/>
                  </a:cubicBezTo>
                  <a:lnTo>
                    <a:pt x="294639" y="177545"/>
                  </a:lnTo>
                  <a:lnTo>
                    <a:pt x="294639" y="188721"/>
                  </a:lnTo>
                  <a:lnTo>
                    <a:pt x="54101" y="188721"/>
                  </a:lnTo>
                  <a:cubicBezTo>
                    <a:pt x="56768" y="258316"/>
                    <a:pt x="97281" y="296416"/>
                    <a:pt x="156209" y="296416"/>
                  </a:cubicBezTo>
                  <a:cubicBezTo>
                    <a:pt x="195452" y="296416"/>
                    <a:pt x="224916" y="279144"/>
                    <a:pt x="237489" y="245235"/>
                  </a:cubicBezTo>
                  <a:lnTo>
                    <a:pt x="289305" y="259459"/>
                  </a:lnTo>
                  <a:cubicBezTo>
                    <a:pt x="273811" y="309751"/>
                    <a:pt x="224154" y="344041"/>
                    <a:pt x="155955" y="344041"/>
                  </a:cubicBezTo>
                  <a:close/>
                  <a:moveTo>
                    <a:pt x="54482" y="143382"/>
                  </a:moveTo>
                  <a:lnTo>
                    <a:pt x="240156" y="143382"/>
                  </a:lnTo>
                  <a:cubicBezTo>
                    <a:pt x="235076" y="86867"/>
                    <a:pt x="204469" y="47497"/>
                    <a:pt x="149732" y="47497"/>
                  </a:cubicBezTo>
                  <a:cubicBezTo>
                    <a:pt x="92582" y="47497"/>
                    <a:pt x="57784" y="92455"/>
                    <a:pt x="54482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962913" y="182879"/>
              <a:ext cx="439928" cy="338834"/>
            </a:xfrm>
            <a:custGeom>
              <a:avLst/>
              <a:gdLst/>
              <a:ahLst/>
              <a:cxnLst/>
              <a:rect r="r" b="b" t="t" l="l"/>
              <a:pathLst>
                <a:path h="338834" w="439928">
                  <a:moveTo>
                    <a:pt x="0" y="338707"/>
                  </a:moveTo>
                  <a:lnTo>
                    <a:pt x="0" y="172338"/>
                  </a:lnTo>
                  <a:lnTo>
                    <a:pt x="0" y="5969"/>
                  </a:lnTo>
                  <a:lnTo>
                    <a:pt x="52070" y="5969"/>
                  </a:lnTo>
                  <a:lnTo>
                    <a:pt x="52324" y="66928"/>
                  </a:lnTo>
                  <a:cubicBezTo>
                    <a:pt x="68707" y="21971"/>
                    <a:pt x="106172" y="0"/>
                    <a:pt x="145542" y="0"/>
                  </a:cubicBezTo>
                  <a:cubicBezTo>
                    <a:pt x="189357" y="0"/>
                    <a:pt x="218440" y="26797"/>
                    <a:pt x="230378" y="67817"/>
                  </a:cubicBezTo>
                  <a:cubicBezTo>
                    <a:pt x="246126" y="25908"/>
                    <a:pt x="286893" y="0"/>
                    <a:pt x="335153" y="0"/>
                  </a:cubicBezTo>
                  <a:cubicBezTo>
                    <a:pt x="392938" y="0"/>
                    <a:pt x="439928" y="37211"/>
                    <a:pt x="439928" y="114299"/>
                  </a:cubicBezTo>
                  <a:lnTo>
                    <a:pt x="439928" y="226566"/>
                  </a:lnTo>
                  <a:lnTo>
                    <a:pt x="439928" y="338834"/>
                  </a:lnTo>
                  <a:lnTo>
                    <a:pt x="386080" y="338834"/>
                  </a:lnTo>
                  <a:lnTo>
                    <a:pt x="386080" y="227201"/>
                  </a:lnTo>
                  <a:lnTo>
                    <a:pt x="386080" y="115696"/>
                  </a:lnTo>
                  <a:cubicBezTo>
                    <a:pt x="386080" y="67817"/>
                    <a:pt x="354838" y="48767"/>
                    <a:pt x="319151" y="48767"/>
                  </a:cubicBezTo>
                  <a:cubicBezTo>
                    <a:pt x="274193" y="48767"/>
                    <a:pt x="246888" y="79374"/>
                    <a:pt x="246888" y="121411"/>
                  </a:cubicBezTo>
                  <a:lnTo>
                    <a:pt x="246888" y="229995"/>
                  </a:lnTo>
                  <a:lnTo>
                    <a:pt x="246888" y="338580"/>
                  </a:lnTo>
                  <a:lnTo>
                    <a:pt x="193167" y="338580"/>
                  </a:lnTo>
                  <a:lnTo>
                    <a:pt x="193167" y="224534"/>
                  </a:lnTo>
                  <a:lnTo>
                    <a:pt x="193167" y="110362"/>
                  </a:lnTo>
                  <a:cubicBezTo>
                    <a:pt x="193167" y="73405"/>
                    <a:pt x="165481" y="48767"/>
                    <a:pt x="128016" y="48767"/>
                  </a:cubicBezTo>
                  <a:cubicBezTo>
                    <a:pt x="89027" y="48767"/>
                    <a:pt x="53594" y="76199"/>
                    <a:pt x="53594" y="129158"/>
                  </a:cubicBezTo>
                  <a:lnTo>
                    <a:pt x="53594" y="233932"/>
                  </a:lnTo>
                  <a:lnTo>
                    <a:pt x="53594" y="338707"/>
                  </a:lnTo>
                  <a:lnTo>
                    <a:pt x="0" y="33870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1480819" y="184657"/>
              <a:ext cx="303657" cy="344041"/>
            </a:xfrm>
            <a:custGeom>
              <a:avLst/>
              <a:gdLst/>
              <a:ahLst/>
              <a:cxnLst/>
              <a:rect r="r" b="b" t="t" l="l"/>
              <a:pathLst>
                <a:path h="344041" w="303657">
                  <a:moveTo>
                    <a:pt x="151511" y="344041"/>
                  </a:moveTo>
                  <a:cubicBezTo>
                    <a:pt x="61087" y="344041"/>
                    <a:pt x="0" y="275334"/>
                    <a:pt x="0" y="172592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42316" y="0"/>
                    <a:pt x="303656" y="68452"/>
                    <a:pt x="303656" y="172592"/>
                  </a:cubicBezTo>
                  <a:cubicBezTo>
                    <a:pt x="303656" y="275334"/>
                    <a:pt x="242316" y="344041"/>
                    <a:pt x="151511" y="344041"/>
                  </a:cubicBezTo>
                  <a:close/>
                  <a:moveTo>
                    <a:pt x="151511" y="296162"/>
                  </a:moveTo>
                  <a:cubicBezTo>
                    <a:pt x="218821" y="296162"/>
                    <a:pt x="249428" y="238123"/>
                    <a:pt x="249428" y="172592"/>
                  </a:cubicBezTo>
                  <a:cubicBezTo>
                    <a:pt x="249428" y="106552"/>
                    <a:pt x="218821" y="47878"/>
                    <a:pt x="151511" y="47878"/>
                  </a:cubicBezTo>
                  <a:cubicBezTo>
                    <a:pt x="85090" y="47878"/>
                    <a:pt x="54483" y="106171"/>
                    <a:pt x="54483" y="172592"/>
                  </a:cubicBezTo>
                  <a:cubicBezTo>
                    <a:pt x="54483" y="238123"/>
                    <a:pt x="85090" y="296162"/>
                    <a:pt x="151511" y="2961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862453" y="184022"/>
              <a:ext cx="168783" cy="337564"/>
            </a:xfrm>
            <a:custGeom>
              <a:avLst/>
              <a:gdLst/>
              <a:ahLst/>
              <a:cxnLst/>
              <a:rect r="r" b="b" t="t" l="l"/>
              <a:pathLst>
                <a:path h="337564" w="168783">
                  <a:moveTo>
                    <a:pt x="0" y="337564"/>
                  </a:moveTo>
                  <a:lnTo>
                    <a:pt x="0" y="171195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480"/>
                  </a:lnTo>
                  <a:lnTo>
                    <a:pt x="51816" y="56006"/>
                  </a:lnTo>
                  <a:lnTo>
                    <a:pt x="55372" y="56006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6"/>
                  </a:lnTo>
                  <a:cubicBezTo>
                    <a:pt x="165481" y="54101"/>
                    <a:pt x="150876" y="51815"/>
                    <a:pt x="136652" y="51815"/>
                  </a:cubicBezTo>
                  <a:cubicBezTo>
                    <a:pt x="88773" y="51815"/>
                    <a:pt x="53594" y="84200"/>
                    <a:pt x="53594" y="129158"/>
                  </a:cubicBezTo>
                  <a:lnTo>
                    <a:pt x="53594" y="233297"/>
                  </a:lnTo>
                  <a:lnTo>
                    <a:pt x="53594" y="337437"/>
                  </a:lnTo>
                  <a:lnTo>
                    <a:pt x="0" y="3374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2091307" y="63500"/>
              <a:ext cx="74676" cy="458086"/>
            </a:xfrm>
            <a:custGeom>
              <a:avLst/>
              <a:gdLst/>
              <a:ahLst/>
              <a:cxnLst/>
              <a:rect r="r" b="b" t="t" l="l"/>
              <a:pathLst>
                <a:path h="458086" w="74676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8"/>
                  </a:lnTo>
                  <a:lnTo>
                    <a:pt x="63754" y="125348"/>
                  </a:lnTo>
                  <a:lnTo>
                    <a:pt x="63754" y="291717"/>
                  </a:lnTo>
                  <a:lnTo>
                    <a:pt x="63754" y="458086"/>
                  </a:lnTo>
                  <a:lnTo>
                    <a:pt x="10160" y="458086"/>
                  </a:lnTo>
                  <a:close/>
                  <a:moveTo>
                    <a:pt x="37211" y="70865"/>
                  </a:moveTo>
                  <a:cubicBezTo>
                    <a:pt x="17018" y="70865"/>
                    <a:pt x="0" y="55117"/>
                    <a:pt x="0" y="35432"/>
                  </a:cubicBezTo>
                  <a:cubicBezTo>
                    <a:pt x="0" y="15747"/>
                    <a:pt x="17018" y="0"/>
                    <a:pt x="37211" y="0"/>
                  </a:cubicBezTo>
                  <a:cubicBezTo>
                    <a:pt x="57785" y="0"/>
                    <a:pt x="74676" y="15747"/>
                    <a:pt x="74676" y="35432"/>
                  </a:cubicBezTo>
                  <a:cubicBezTo>
                    <a:pt x="74676" y="55117"/>
                    <a:pt x="57658" y="70865"/>
                    <a:pt x="37211" y="708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228848" y="184657"/>
              <a:ext cx="268605" cy="344676"/>
            </a:xfrm>
            <a:custGeom>
              <a:avLst/>
              <a:gdLst/>
              <a:ahLst/>
              <a:cxnLst/>
              <a:rect r="r" b="b" t="t" l="l"/>
              <a:pathLst>
                <a:path h="344676" w="268605">
                  <a:moveTo>
                    <a:pt x="113411" y="344676"/>
                  </a:moveTo>
                  <a:cubicBezTo>
                    <a:pt x="50292" y="344676"/>
                    <a:pt x="0" y="307719"/>
                    <a:pt x="0" y="242314"/>
                  </a:cubicBezTo>
                  <a:cubicBezTo>
                    <a:pt x="0" y="166115"/>
                    <a:pt x="67818" y="152145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1"/>
                  </a:cubicBezTo>
                  <a:lnTo>
                    <a:pt x="268605" y="227328"/>
                  </a:lnTo>
                  <a:lnTo>
                    <a:pt x="268605" y="337056"/>
                  </a:lnTo>
                  <a:lnTo>
                    <a:pt x="215900" y="337056"/>
                  </a:lnTo>
                  <a:lnTo>
                    <a:pt x="215900" y="314323"/>
                  </a:lnTo>
                  <a:lnTo>
                    <a:pt x="215900" y="291717"/>
                  </a:lnTo>
                  <a:lnTo>
                    <a:pt x="212344" y="291717"/>
                  </a:lnTo>
                  <a:cubicBezTo>
                    <a:pt x="201041" y="315212"/>
                    <a:pt x="169799" y="344676"/>
                    <a:pt x="113538" y="344676"/>
                  </a:cubicBezTo>
                  <a:close/>
                  <a:moveTo>
                    <a:pt x="122809" y="297305"/>
                  </a:moveTo>
                  <a:cubicBezTo>
                    <a:pt x="181991" y="297305"/>
                    <a:pt x="215138" y="257427"/>
                    <a:pt x="215138" y="216660"/>
                  </a:cubicBezTo>
                  <a:lnTo>
                    <a:pt x="215138" y="193547"/>
                  </a:lnTo>
                  <a:lnTo>
                    <a:pt x="215138" y="170560"/>
                  </a:lnTo>
                  <a:cubicBezTo>
                    <a:pt x="206248" y="180974"/>
                    <a:pt x="147828" y="186943"/>
                    <a:pt x="127381" y="189610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5"/>
                    <a:pt x="82931" y="297305"/>
                    <a:pt x="122809" y="2973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454034" y="6029193"/>
            <a:ext cx="276490" cy="61527"/>
            <a:chOff x="0" y="0"/>
            <a:chExt cx="2689365" cy="59846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63500" y="189740"/>
              <a:ext cx="168783" cy="337442"/>
            </a:xfrm>
            <a:custGeom>
              <a:avLst/>
              <a:gdLst/>
              <a:ahLst/>
              <a:cxnLst/>
              <a:rect r="r" b="b" t="t" l="l"/>
              <a:pathLst>
                <a:path h="337442" w="168783">
                  <a:moveTo>
                    <a:pt x="0" y="337442"/>
                  </a:moveTo>
                  <a:lnTo>
                    <a:pt x="0" y="171070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1" y="635"/>
                    <a:pt x="168784" y="889"/>
                  </a:cubicBezTo>
                  <a:lnTo>
                    <a:pt x="168784" y="27940"/>
                  </a:lnTo>
                  <a:lnTo>
                    <a:pt x="168784" y="54737"/>
                  </a:lnTo>
                  <a:cubicBezTo>
                    <a:pt x="165482" y="54102"/>
                    <a:pt x="150876" y="51816"/>
                    <a:pt x="136652" y="51816"/>
                  </a:cubicBezTo>
                  <a:cubicBezTo>
                    <a:pt x="88773" y="51816"/>
                    <a:pt x="53594" y="84202"/>
                    <a:pt x="53594" y="129160"/>
                  </a:cubicBezTo>
                  <a:lnTo>
                    <a:pt x="53594" y="233301"/>
                  </a:lnTo>
                  <a:lnTo>
                    <a:pt x="53594" y="337442"/>
                  </a:lnTo>
                  <a:lnTo>
                    <a:pt x="0" y="337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272670" y="190248"/>
              <a:ext cx="268606" cy="344681"/>
            </a:xfrm>
            <a:custGeom>
              <a:avLst/>
              <a:gdLst/>
              <a:ahLst/>
              <a:cxnLst/>
              <a:rect r="r" b="b" t="t" l="l"/>
              <a:pathLst>
                <a:path h="344681" w="268606">
                  <a:moveTo>
                    <a:pt x="113411" y="344681"/>
                  </a:moveTo>
                  <a:cubicBezTo>
                    <a:pt x="50292" y="344681"/>
                    <a:pt x="0" y="307724"/>
                    <a:pt x="0" y="242318"/>
                  </a:cubicBezTo>
                  <a:cubicBezTo>
                    <a:pt x="0" y="166117"/>
                    <a:pt x="67818" y="152147"/>
                    <a:pt x="129413" y="144400"/>
                  </a:cubicBezTo>
                  <a:cubicBezTo>
                    <a:pt x="189484" y="136399"/>
                    <a:pt x="214884" y="139574"/>
                    <a:pt x="214884" y="112269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6"/>
                  </a:cubicBezTo>
                  <a:lnTo>
                    <a:pt x="9652" y="78868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3"/>
                  </a:cubicBezTo>
                  <a:lnTo>
                    <a:pt x="268605" y="227332"/>
                  </a:lnTo>
                  <a:lnTo>
                    <a:pt x="268605" y="337061"/>
                  </a:lnTo>
                  <a:lnTo>
                    <a:pt x="215900" y="337061"/>
                  </a:lnTo>
                  <a:lnTo>
                    <a:pt x="215900" y="314328"/>
                  </a:lnTo>
                  <a:lnTo>
                    <a:pt x="215900" y="291722"/>
                  </a:lnTo>
                  <a:lnTo>
                    <a:pt x="212344" y="291722"/>
                  </a:lnTo>
                  <a:cubicBezTo>
                    <a:pt x="201041" y="315217"/>
                    <a:pt x="169799" y="344681"/>
                    <a:pt x="113538" y="344681"/>
                  </a:cubicBezTo>
                  <a:close/>
                  <a:moveTo>
                    <a:pt x="122809" y="297310"/>
                  </a:moveTo>
                  <a:cubicBezTo>
                    <a:pt x="181991" y="297310"/>
                    <a:pt x="215138" y="257431"/>
                    <a:pt x="215138" y="216664"/>
                  </a:cubicBezTo>
                  <a:lnTo>
                    <a:pt x="215138" y="193677"/>
                  </a:lnTo>
                  <a:lnTo>
                    <a:pt x="215138" y="170562"/>
                  </a:lnTo>
                  <a:cubicBezTo>
                    <a:pt x="206248" y="180976"/>
                    <a:pt x="147828" y="186946"/>
                    <a:pt x="127381" y="189613"/>
                  </a:cubicBezTo>
                  <a:cubicBezTo>
                    <a:pt x="88392" y="194693"/>
                    <a:pt x="54102" y="207139"/>
                    <a:pt x="54102" y="244985"/>
                  </a:cubicBezTo>
                  <a:cubicBezTo>
                    <a:pt x="54102" y="279529"/>
                    <a:pt x="82931" y="297310"/>
                    <a:pt x="122809" y="2973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619126" y="83694"/>
              <a:ext cx="295276" cy="450727"/>
            </a:xfrm>
            <a:custGeom>
              <a:avLst/>
              <a:gdLst/>
              <a:ahLst/>
              <a:cxnLst/>
              <a:rect r="r" b="b" t="t" l="l"/>
              <a:pathLst>
                <a:path h="450727" w="295276">
                  <a:moveTo>
                    <a:pt x="140844" y="450727"/>
                  </a:moveTo>
                  <a:cubicBezTo>
                    <a:pt x="57785" y="450727"/>
                    <a:pt x="0" y="384051"/>
                    <a:pt x="0" y="278132"/>
                  </a:cubicBezTo>
                  <a:cubicBezTo>
                    <a:pt x="0" y="172721"/>
                    <a:pt x="58039" y="106681"/>
                    <a:pt x="141098" y="106681"/>
                  </a:cubicBezTo>
                  <a:cubicBezTo>
                    <a:pt x="205995" y="106681"/>
                    <a:pt x="226569" y="146559"/>
                    <a:pt x="237491" y="164085"/>
                  </a:cubicBezTo>
                  <a:lnTo>
                    <a:pt x="241682" y="164085"/>
                  </a:lnTo>
                  <a:lnTo>
                    <a:pt x="241682" y="82170"/>
                  </a:lnTo>
                  <a:lnTo>
                    <a:pt x="241682" y="0"/>
                  </a:lnTo>
                  <a:lnTo>
                    <a:pt x="295276" y="0"/>
                  </a:lnTo>
                  <a:lnTo>
                    <a:pt x="295276" y="221744"/>
                  </a:lnTo>
                  <a:lnTo>
                    <a:pt x="295276" y="443488"/>
                  </a:lnTo>
                  <a:lnTo>
                    <a:pt x="243587" y="443488"/>
                  </a:lnTo>
                  <a:lnTo>
                    <a:pt x="243587" y="417834"/>
                  </a:lnTo>
                  <a:lnTo>
                    <a:pt x="243587" y="392052"/>
                  </a:lnTo>
                  <a:lnTo>
                    <a:pt x="237618" y="392052"/>
                  </a:lnTo>
                  <a:cubicBezTo>
                    <a:pt x="226569" y="410468"/>
                    <a:pt x="204344" y="450727"/>
                    <a:pt x="140844" y="450727"/>
                  </a:cubicBezTo>
                  <a:close/>
                  <a:moveTo>
                    <a:pt x="148845" y="402848"/>
                  </a:moveTo>
                  <a:cubicBezTo>
                    <a:pt x="209297" y="402848"/>
                    <a:pt x="242317" y="351666"/>
                    <a:pt x="242317" y="277497"/>
                  </a:cubicBezTo>
                  <a:cubicBezTo>
                    <a:pt x="242317" y="203964"/>
                    <a:pt x="210186" y="154560"/>
                    <a:pt x="148845" y="154560"/>
                  </a:cubicBezTo>
                  <a:cubicBezTo>
                    <a:pt x="85726" y="154560"/>
                    <a:pt x="54484" y="208409"/>
                    <a:pt x="54484" y="277497"/>
                  </a:cubicBezTo>
                  <a:cubicBezTo>
                    <a:pt x="54484" y="347475"/>
                    <a:pt x="86615" y="402848"/>
                    <a:pt x="148845" y="4028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998349" y="69089"/>
              <a:ext cx="74676" cy="458093"/>
            </a:xfrm>
            <a:custGeom>
              <a:avLst/>
              <a:gdLst/>
              <a:ahLst/>
              <a:cxnLst/>
              <a:rect r="r" b="b" t="t" l="l"/>
              <a:pathLst>
                <a:path h="458093" w="74676">
                  <a:moveTo>
                    <a:pt x="10160" y="458093"/>
                  </a:moveTo>
                  <a:lnTo>
                    <a:pt x="10160" y="291721"/>
                  </a:lnTo>
                  <a:lnTo>
                    <a:pt x="10160" y="125350"/>
                  </a:lnTo>
                  <a:lnTo>
                    <a:pt x="63754" y="125350"/>
                  </a:lnTo>
                  <a:lnTo>
                    <a:pt x="63754" y="291721"/>
                  </a:lnTo>
                  <a:lnTo>
                    <a:pt x="63754" y="458093"/>
                  </a:lnTo>
                  <a:lnTo>
                    <a:pt x="10160" y="458093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135891" y="190248"/>
              <a:ext cx="268606" cy="344681"/>
            </a:xfrm>
            <a:custGeom>
              <a:avLst/>
              <a:gdLst/>
              <a:ahLst/>
              <a:cxnLst/>
              <a:rect r="r" b="b" t="t" l="l"/>
              <a:pathLst>
                <a:path h="344681" w="268606">
                  <a:moveTo>
                    <a:pt x="113411" y="344681"/>
                  </a:moveTo>
                  <a:cubicBezTo>
                    <a:pt x="50292" y="344681"/>
                    <a:pt x="0" y="307724"/>
                    <a:pt x="0" y="242318"/>
                  </a:cubicBezTo>
                  <a:cubicBezTo>
                    <a:pt x="0" y="166117"/>
                    <a:pt x="67818" y="152147"/>
                    <a:pt x="129413" y="144400"/>
                  </a:cubicBezTo>
                  <a:cubicBezTo>
                    <a:pt x="189484" y="136399"/>
                    <a:pt x="214884" y="139574"/>
                    <a:pt x="214884" y="112269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6"/>
                  </a:cubicBezTo>
                  <a:lnTo>
                    <a:pt x="9652" y="78868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3"/>
                  </a:cubicBezTo>
                  <a:lnTo>
                    <a:pt x="268605" y="227332"/>
                  </a:lnTo>
                  <a:lnTo>
                    <a:pt x="268605" y="337061"/>
                  </a:lnTo>
                  <a:lnTo>
                    <a:pt x="215900" y="337061"/>
                  </a:lnTo>
                  <a:lnTo>
                    <a:pt x="215900" y="314328"/>
                  </a:lnTo>
                  <a:lnTo>
                    <a:pt x="215900" y="291722"/>
                  </a:lnTo>
                  <a:lnTo>
                    <a:pt x="212344" y="291722"/>
                  </a:lnTo>
                  <a:cubicBezTo>
                    <a:pt x="201041" y="315217"/>
                    <a:pt x="169799" y="344681"/>
                    <a:pt x="113538" y="344681"/>
                  </a:cubicBezTo>
                  <a:close/>
                  <a:moveTo>
                    <a:pt x="122809" y="297310"/>
                  </a:moveTo>
                  <a:cubicBezTo>
                    <a:pt x="181991" y="297310"/>
                    <a:pt x="215138" y="257431"/>
                    <a:pt x="215138" y="216664"/>
                  </a:cubicBezTo>
                  <a:lnTo>
                    <a:pt x="215138" y="193677"/>
                  </a:lnTo>
                  <a:lnTo>
                    <a:pt x="215138" y="170562"/>
                  </a:lnTo>
                  <a:cubicBezTo>
                    <a:pt x="206248" y="180976"/>
                    <a:pt x="147828" y="186946"/>
                    <a:pt x="127381" y="189613"/>
                  </a:cubicBezTo>
                  <a:cubicBezTo>
                    <a:pt x="88392" y="194693"/>
                    <a:pt x="54102" y="207139"/>
                    <a:pt x="54102" y="244985"/>
                  </a:cubicBezTo>
                  <a:cubicBezTo>
                    <a:pt x="54102" y="279529"/>
                    <a:pt x="82931" y="297310"/>
                    <a:pt x="122809" y="2973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482347" y="190375"/>
              <a:ext cx="287656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6">
                  <a:moveTo>
                    <a:pt x="151512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2" y="0"/>
                  </a:cubicBezTo>
                  <a:cubicBezTo>
                    <a:pt x="215774" y="0"/>
                    <a:pt x="268225" y="33909"/>
                    <a:pt x="286386" y="91949"/>
                  </a:cubicBezTo>
                  <a:lnTo>
                    <a:pt x="234951" y="106554"/>
                  </a:lnTo>
                  <a:cubicBezTo>
                    <a:pt x="225172" y="72263"/>
                    <a:pt x="195327" y="47879"/>
                    <a:pt x="151639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9" y="296167"/>
                  </a:cubicBezTo>
                  <a:cubicBezTo>
                    <a:pt x="196343" y="296167"/>
                    <a:pt x="226696" y="270893"/>
                    <a:pt x="236475" y="234825"/>
                  </a:cubicBezTo>
                  <a:lnTo>
                    <a:pt x="287656" y="249430"/>
                  </a:lnTo>
                  <a:cubicBezTo>
                    <a:pt x="269749" y="308613"/>
                    <a:pt x="216790" y="344046"/>
                    <a:pt x="151639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1836551" y="69089"/>
              <a:ext cx="74676" cy="458093"/>
            </a:xfrm>
            <a:custGeom>
              <a:avLst/>
              <a:gdLst/>
              <a:ahLst/>
              <a:cxnLst/>
              <a:rect r="r" b="b" t="t" l="l"/>
              <a:pathLst>
                <a:path h="458093" w="74676">
                  <a:moveTo>
                    <a:pt x="10160" y="458093"/>
                  </a:moveTo>
                  <a:lnTo>
                    <a:pt x="10160" y="291721"/>
                  </a:lnTo>
                  <a:lnTo>
                    <a:pt x="10160" y="125350"/>
                  </a:lnTo>
                  <a:lnTo>
                    <a:pt x="63754" y="125350"/>
                  </a:lnTo>
                  <a:lnTo>
                    <a:pt x="63754" y="291721"/>
                  </a:lnTo>
                  <a:lnTo>
                    <a:pt x="63754" y="458093"/>
                  </a:lnTo>
                  <a:lnTo>
                    <a:pt x="10160" y="458093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978157" y="63501"/>
              <a:ext cx="303657" cy="470920"/>
            </a:xfrm>
            <a:custGeom>
              <a:avLst/>
              <a:gdLst/>
              <a:ahLst/>
              <a:cxnLst/>
              <a:rect r="r" b="b" t="t" l="l"/>
              <a:pathLst>
                <a:path h="470920" w="303657">
                  <a:moveTo>
                    <a:pt x="151511" y="470920"/>
                  </a:moveTo>
                  <a:cubicBezTo>
                    <a:pt x="61087" y="470920"/>
                    <a:pt x="0" y="402212"/>
                    <a:pt x="0" y="299468"/>
                  </a:cubicBezTo>
                  <a:cubicBezTo>
                    <a:pt x="0" y="195327"/>
                    <a:pt x="60959" y="126874"/>
                    <a:pt x="151511" y="126874"/>
                  </a:cubicBezTo>
                  <a:cubicBezTo>
                    <a:pt x="242316" y="126874"/>
                    <a:pt x="303657" y="195327"/>
                    <a:pt x="303657" y="299468"/>
                  </a:cubicBezTo>
                  <a:cubicBezTo>
                    <a:pt x="303657" y="402212"/>
                    <a:pt x="242316" y="470920"/>
                    <a:pt x="151511" y="470920"/>
                  </a:cubicBezTo>
                  <a:close/>
                  <a:moveTo>
                    <a:pt x="151511" y="423041"/>
                  </a:moveTo>
                  <a:cubicBezTo>
                    <a:pt x="218821" y="423041"/>
                    <a:pt x="249428" y="365001"/>
                    <a:pt x="249428" y="299468"/>
                  </a:cubicBezTo>
                  <a:cubicBezTo>
                    <a:pt x="249428" y="233428"/>
                    <a:pt x="218821" y="174753"/>
                    <a:pt x="151511" y="174753"/>
                  </a:cubicBezTo>
                  <a:cubicBezTo>
                    <a:pt x="85090" y="174753"/>
                    <a:pt x="54482" y="233047"/>
                    <a:pt x="54482" y="299468"/>
                  </a:cubicBezTo>
                  <a:cubicBezTo>
                    <a:pt x="54482" y="365001"/>
                    <a:pt x="85090" y="423041"/>
                    <a:pt x="151511" y="423041"/>
                  </a:cubicBezTo>
                  <a:close/>
                  <a:moveTo>
                    <a:pt x="128016" y="87630"/>
                  </a:moveTo>
                  <a:lnTo>
                    <a:pt x="169672" y="0"/>
                  </a:lnTo>
                  <a:lnTo>
                    <a:pt x="229489" y="0"/>
                  </a:lnTo>
                  <a:lnTo>
                    <a:pt x="171704" y="87503"/>
                  </a:lnTo>
                  <a:lnTo>
                    <a:pt x="127889" y="87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2359792" y="190248"/>
              <a:ext cx="266066" cy="336934"/>
            </a:xfrm>
            <a:custGeom>
              <a:avLst/>
              <a:gdLst/>
              <a:ahLst/>
              <a:cxnLst/>
              <a:rect r="r" b="b" t="t" l="l"/>
              <a:pathLst>
                <a:path h="336934" w="266066">
                  <a:moveTo>
                    <a:pt x="53594" y="137542"/>
                  </a:moveTo>
                  <a:lnTo>
                    <a:pt x="53594" y="237238"/>
                  </a:lnTo>
                  <a:lnTo>
                    <a:pt x="53594" y="336934"/>
                  </a:lnTo>
                  <a:lnTo>
                    <a:pt x="0" y="336934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3" y="18796"/>
                    <a:pt x="108839" y="0"/>
                    <a:pt x="153544" y="0"/>
                  </a:cubicBezTo>
                  <a:cubicBezTo>
                    <a:pt x="220854" y="0"/>
                    <a:pt x="266066" y="41402"/>
                    <a:pt x="266066" y="125604"/>
                  </a:cubicBezTo>
                  <a:lnTo>
                    <a:pt x="266066" y="231269"/>
                  </a:lnTo>
                  <a:lnTo>
                    <a:pt x="266066" y="336934"/>
                  </a:lnTo>
                  <a:lnTo>
                    <a:pt x="212472" y="336934"/>
                  </a:lnTo>
                  <a:lnTo>
                    <a:pt x="212472" y="233555"/>
                  </a:lnTo>
                  <a:lnTo>
                    <a:pt x="212472" y="130176"/>
                  </a:lnTo>
                  <a:cubicBezTo>
                    <a:pt x="212472" y="78995"/>
                    <a:pt x="183897" y="48387"/>
                    <a:pt x="137415" y="48387"/>
                  </a:cubicBezTo>
                  <a:cubicBezTo>
                    <a:pt x="89535" y="48387"/>
                    <a:pt x="53467" y="80773"/>
                    <a:pt x="53467" y="1376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452749" y="8253073"/>
            <a:ext cx="281386" cy="60946"/>
            <a:chOff x="0" y="0"/>
            <a:chExt cx="2736977" cy="59279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63500" y="72135"/>
              <a:ext cx="322072" cy="457196"/>
            </a:xfrm>
            <a:custGeom>
              <a:avLst/>
              <a:gdLst/>
              <a:ahLst/>
              <a:cxnLst/>
              <a:rect r="r" b="b" t="t" l="l"/>
              <a:pathLst>
                <a:path h="457196" w="322072">
                  <a:moveTo>
                    <a:pt x="161036" y="457197"/>
                  </a:moveTo>
                  <a:cubicBezTo>
                    <a:pt x="64897" y="457197"/>
                    <a:pt x="5080" y="407794"/>
                    <a:pt x="0" y="333373"/>
                  </a:cubicBezTo>
                  <a:lnTo>
                    <a:pt x="58039" y="333373"/>
                  </a:lnTo>
                  <a:cubicBezTo>
                    <a:pt x="62484" y="383664"/>
                    <a:pt x="108966" y="406651"/>
                    <a:pt x="161036" y="406651"/>
                  </a:cubicBezTo>
                  <a:cubicBezTo>
                    <a:pt x="221107" y="406651"/>
                    <a:pt x="266954" y="375155"/>
                    <a:pt x="266954" y="327785"/>
                  </a:cubicBezTo>
                  <a:cubicBezTo>
                    <a:pt x="268478" y="267333"/>
                    <a:pt x="179451" y="256919"/>
                    <a:pt x="125603" y="240537"/>
                  </a:cubicBezTo>
                  <a:cubicBezTo>
                    <a:pt x="54483" y="218820"/>
                    <a:pt x="12446" y="183641"/>
                    <a:pt x="12446" y="124713"/>
                  </a:cubicBezTo>
                  <a:cubicBezTo>
                    <a:pt x="12446" y="49657"/>
                    <a:pt x="79121" y="0"/>
                    <a:pt x="164846" y="0"/>
                  </a:cubicBezTo>
                  <a:cubicBezTo>
                    <a:pt x="252349" y="0"/>
                    <a:pt x="313308" y="50927"/>
                    <a:pt x="316102" y="117856"/>
                  </a:cubicBezTo>
                  <a:lnTo>
                    <a:pt x="260731" y="117856"/>
                  </a:lnTo>
                  <a:cubicBezTo>
                    <a:pt x="255651" y="74676"/>
                    <a:pt x="215773" y="50038"/>
                    <a:pt x="163068" y="50038"/>
                  </a:cubicBezTo>
                  <a:cubicBezTo>
                    <a:pt x="105664" y="50038"/>
                    <a:pt x="67564" y="80391"/>
                    <a:pt x="67564" y="122046"/>
                  </a:cubicBezTo>
                  <a:cubicBezTo>
                    <a:pt x="67564" y="168528"/>
                    <a:pt x="119634" y="184784"/>
                    <a:pt x="152146" y="193801"/>
                  </a:cubicBezTo>
                  <a:lnTo>
                    <a:pt x="196469" y="205993"/>
                  </a:lnTo>
                  <a:cubicBezTo>
                    <a:pt x="244094" y="219074"/>
                    <a:pt x="322071" y="245870"/>
                    <a:pt x="322071" y="328674"/>
                  </a:cubicBezTo>
                  <a:cubicBezTo>
                    <a:pt x="322071" y="401317"/>
                    <a:pt x="263398" y="457197"/>
                    <a:pt x="161036" y="457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467105" y="188848"/>
              <a:ext cx="266446" cy="336928"/>
            </a:xfrm>
            <a:custGeom>
              <a:avLst/>
              <a:gdLst/>
              <a:ahLst/>
              <a:cxnLst/>
              <a:rect r="r" b="b" t="t" l="l"/>
              <a:pathLst>
                <a:path h="336928" w="266446">
                  <a:moveTo>
                    <a:pt x="112776" y="336928"/>
                  </a:moveTo>
                  <a:cubicBezTo>
                    <a:pt x="45466" y="336928"/>
                    <a:pt x="0" y="295526"/>
                    <a:pt x="0" y="211326"/>
                  </a:cubicBezTo>
                  <a:lnTo>
                    <a:pt x="0" y="105663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103377"/>
                  </a:lnTo>
                  <a:lnTo>
                    <a:pt x="53594" y="206754"/>
                  </a:lnTo>
                  <a:cubicBezTo>
                    <a:pt x="53594" y="257934"/>
                    <a:pt x="82423" y="288541"/>
                    <a:pt x="128905" y="288541"/>
                  </a:cubicBezTo>
                  <a:cubicBezTo>
                    <a:pt x="176530" y="288541"/>
                    <a:pt x="212598" y="256157"/>
                    <a:pt x="212598" y="199261"/>
                  </a:cubicBezTo>
                  <a:lnTo>
                    <a:pt x="212598" y="99694"/>
                  </a:lnTo>
                  <a:lnTo>
                    <a:pt x="212598" y="0"/>
                  </a:lnTo>
                  <a:lnTo>
                    <a:pt x="266446" y="0"/>
                  </a:lnTo>
                  <a:lnTo>
                    <a:pt x="266446" y="166368"/>
                  </a:lnTo>
                  <a:lnTo>
                    <a:pt x="266446" y="332737"/>
                  </a:lnTo>
                  <a:lnTo>
                    <a:pt x="214630" y="332737"/>
                  </a:lnTo>
                  <a:lnTo>
                    <a:pt x="214630" y="301622"/>
                  </a:lnTo>
                  <a:lnTo>
                    <a:pt x="214630" y="270507"/>
                  </a:lnTo>
                  <a:cubicBezTo>
                    <a:pt x="192913" y="319021"/>
                    <a:pt x="156591" y="336928"/>
                    <a:pt x="112776" y="3369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811402" y="184657"/>
              <a:ext cx="287655" cy="344040"/>
            </a:xfrm>
            <a:custGeom>
              <a:avLst/>
              <a:gdLst/>
              <a:ahLst/>
              <a:cxnLst/>
              <a:rect r="r" b="b" t="t" l="l"/>
              <a:pathLst>
                <a:path h="344040" w="287655">
                  <a:moveTo>
                    <a:pt x="151511" y="344040"/>
                  </a:moveTo>
                  <a:cubicBezTo>
                    <a:pt x="61087" y="344040"/>
                    <a:pt x="0" y="275333"/>
                    <a:pt x="0" y="172591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15773" y="0"/>
                    <a:pt x="268224" y="33908"/>
                    <a:pt x="286384" y="91947"/>
                  </a:cubicBezTo>
                  <a:lnTo>
                    <a:pt x="234950" y="106552"/>
                  </a:lnTo>
                  <a:cubicBezTo>
                    <a:pt x="225171" y="72262"/>
                    <a:pt x="195326" y="47878"/>
                    <a:pt x="151638" y="47878"/>
                  </a:cubicBezTo>
                  <a:cubicBezTo>
                    <a:pt x="85217" y="47878"/>
                    <a:pt x="54610" y="106171"/>
                    <a:pt x="54610" y="172591"/>
                  </a:cubicBezTo>
                  <a:cubicBezTo>
                    <a:pt x="54610" y="238123"/>
                    <a:pt x="85217" y="296161"/>
                    <a:pt x="151638" y="296161"/>
                  </a:cubicBezTo>
                  <a:cubicBezTo>
                    <a:pt x="196342" y="296161"/>
                    <a:pt x="226695" y="270888"/>
                    <a:pt x="236474" y="234821"/>
                  </a:cubicBezTo>
                  <a:lnTo>
                    <a:pt x="287654" y="249426"/>
                  </a:lnTo>
                  <a:cubicBezTo>
                    <a:pt x="269747" y="308607"/>
                    <a:pt x="216789" y="344040"/>
                    <a:pt x="151638" y="3440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165604" y="63499"/>
              <a:ext cx="74676" cy="458085"/>
            </a:xfrm>
            <a:custGeom>
              <a:avLst/>
              <a:gdLst/>
              <a:ahLst/>
              <a:cxnLst/>
              <a:rect r="r" b="b" t="t" l="l"/>
              <a:pathLst>
                <a:path h="458085" w="74676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9"/>
                  </a:lnTo>
                  <a:lnTo>
                    <a:pt x="63754" y="125349"/>
                  </a:lnTo>
                  <a:lnTo>
                    <a:pt x="63754" y="291717"/>
                  </a:lnTo>
                  <a:lnTo>
                    <a:pt x="63754" y="458086"/>
                  </a:lnTo>
                  <a:lnTo>
                    <a:pt x="10160" y="458086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1307336" y="184657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6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9"/>
                  </a:lnTo>
                  <a:cubicBezTo>
                    <a:pt x="273812" y="309750"/>
                    <a:pt x="224155" y="344040"/>
                    <a:pt x="155956" y="344040"/>
                  </a:cubicBezTo>
                  <a:close/>
                  <a:moveTo>
                    <a:pt x="54483" y="143381"/>
                  </a:moveTo>
                  <a:lnTo>
                    <a:pt x="240157" y="143381"/>
                  </a:lnTo>
                  <a:cubicBezTo>
                    <a:pt x="235077" y="86867"/>
                    <a:pt x="204470" y="47497"/>
                    <a:pt x="149733" y="47497"/>
                  </a:cubicBezTo>
                  <a:cubicBezTo>
                    <a:pt x="92583" y="47497"/>
                    <a:pt x="57785" y="92455"/>
                    <a:pt x="54483" y="1433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1662682" y="78104"/>
              <a:ext cx="295275" cy="450592"/>
            </a:xfrm>
            <a:custGeom>
              <a:avLst/>
              <a:gdLst/>
              <a:ahLst/>
              <a:cxnLst/>
              <a:rect r="r" b="b" t="t" l="l"/>
              <a:pathLst>
                <a:path h="450592" w="295275">
                  <a:moveTo>
                    <a:pt x="140842" y="450593"/>
                  </a:moveTo>
                  <a:cubicBezTo>
                    <a:pt x="57785" y="450593"/>
                    <a:pt x="0" y="383918"/>
                    <a:pt x="0" y="278001"/>
                  </a:cubicBezTo>
                  <a:cubicBezTo>
                    <a:pt x="0" y="172592"/>
                    <a:pt x="58039" y="106553"/>
                    <a:pt x="141096" y="106553"/>
                  </a:cubicBezTo>
                  <a:cubicBezTo>
                    <a:pt x="205993" y="106553"/>
                    <a:pt x="226567" y="146430"/>
                    <a:pt x="237489" y="163956"/>
                  </a:cubicBezTo>
                  <a:lnTo>
                    <a:pt x="241680" y="163956"/>
                  </a:lnTo>
                  <a:lnTo>
                    <a:pt x="241680" y="82169"/>
                  </a:lnTo>
                  <a:lnTo>
                    <a:pt x="241680" y="0"/>
                  </a:lnTo>
                  <a:lnTo>
                    <a:pt x="295274" y="0"/>
                  </a:lnTo>
                  <a:lnTo>
                    <a:pt x="295274" y="221741"/>
                  </a:lnTo>
                  <a:lnTo>
                    <a:pt x="295274" y="443481"/>
                  </a:lnTo>
                  <a:lnTo>
                    <a:pt x="243458" y="443481"/>
                  </a:lnTo>
                  <a:lnTo>
                    <a:pt x="243458" y="417700"/>
                  </a:lnTo>
                  <a:lnTo>
                    <a:pt x="243458" y="391919"/>
                  </a:lnTo>
                  <a:lnTo>
                    <a:pt x="237489" y="391919"/>
                  </a:lnTo>
                  <a:cubicBezTo>
                    <a:pt x="226440" y="410334"/>
                    <a:pt x="204215" y="450593"/>
                    <a:pt x="140715" y="450593"/>
                  </a:cubicBezTo>
                  <a:close/>
                  <a:moveTo>
                    <a:pt x="148716" y="402714"/>
                  </a:moveTo>
                  <a:cubicBezTo>
                    <a:pt x="209168" y="402714"/>
                    <a:pt x="242188" y="351534"/>
                    <a:pt x="242188" y="277366"/>
                  </a:cubicBezTo>
                  <a:cubicBezTo>
                    <a:pt x="242188" y="203834"/>
                    <a:pt x="210057" y="154431"/>
                    <a:pt x="148716" y="154431"/>
                  </a:cubicBezTo>
                  <a:cubicBezTo>
                    <a:pt x="85597" y="154431"/>
                    <a:pt x="54356" y="208279"/>
                    <a:pt x="54356" y="277366"/>
                  </a:cubicBezTo>
                  <a:cubicBezTo>
                    <a:pt x="54356" y="347343"/>
                    <a:pt x="86487" y="402714"/>
                    <a:pt x="148716" y="402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2031743" y="184657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5" y="13715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900" y="337055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6"/>
                    <a:pt x="215138" y="216660"/>
                  </a:cubicBezTo>
                  <a:lnTo>
                    <a:pt x="215138" y="193546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2378199" y="78104"/>
              <a:ext cx="295275" cy="450592"/>
            </a:xfrm>
            <a:custGeom>
              <a:avLst/>
              <a:gdLst/>
              <a:ahLst/>
              <a:cxnLst/>
              <a:rect r="r" b="b" t="t" l="l"/>
              <a:pathLst>
                <a:path h="450592" w="295275">
                  <a:moveTo>
                    <a:pt x="140843" y="450593"/>
                  </a:moveTo>
                  <a:cubicBezTo>
                    <a:pt x="57785" y="450593"/>
                    <a:pt x="0" y="383918"/>
                    <a:pt x="0" y="278001"/>
                  </a:cubicBezTo>
                  <a:cubicBezTo>
                    <a:pt x="0" y="172592"/>
                    <a:pt x="58039" y="106553"/>
                    <a:pt x="141097" y="106553"/>
                  </a:cubicBezTo>
                  <a:cubicBezTo>
                    <a:pt x="205994" y="106553"/>
                    <a:pt x="226567" y="146430"/>
                    <a:pt x="237489" y="163956"/>
                  </a:cubicBezTo>
                  <a:lnTo>
                    <a:pt x="241680" y="163956"/>
                  </a:lnTo>
                  <a:lnTo>
                    <a:pt x="241680" y="82169"/>
                  </a:lnTo>
                  <a:lnTo>
                    <a:pt x="241680" y="0"/>
                  </a:lnTo>
                  <a:lnTo>
                    <a:pt x="295274" y="0"/>
                  </a:lnTo>
                  <a:lnTo>
                    <a:pt x="295274" y="221741"/>
                  </a:lnTo>
                  <a:lnTo>
                    <a:pt x="295274" y="443481"/>
                  </a:lnTo>
                  <a:lnTo>
                    <a:pt x="243458" y="443481"/>
                  </a:lnTo>
                  <a:lnTo>
                    <a:pt x="243458" y="417700"/>
                  </a:lnTo>
                  <a:lnTo>
                    <a:pt x="243458" y="391919"/>
                  </a:lnTo>
                  <a:lnTo>
                    <a:pt x="237489" y="391919"/>
                  </a:lnTo>
                  <a:cubicBezTo>
                    <a:pt x="226440" y="410334"/>
                    <a:pt x="204215" y="450593"/>
                    <a:pt x="140716" y="450593"/>
                  </a:cubicBezTo>
                  <a:close/>
                  <a:moveTo>
                    <a:pt x="148717" y="402714"/>
                  </a:moveTo>
                  <a:cubicBezTo>
                    <a:pt x="209168" y="402714"/>
                    <a:pt x="242188" y="351534"/>
                    <a:pt x="242188" y="277366"/>
                  </a:cubicBezTo>
                  <a:cubicBezTo>
                    <a:pt x="242188" y="203834"/>
                    <a:pt x="210057" y="154431"/>
                    <a:pt x="148717" y="154431"/>
                  </a:cubicBezTo>
                  <a:cubicBezTo>
                    <a:pt x="85598" y="154431"/>
                    <a:pt x="54356" y="208279"/>
                    <a:pt x="54356" y="277366"/>
                  </a:cubicBezTo>
                  <a:cubicBezTo>
                    <a:pt x="54356" y="347343"/>
                    <a:pt x="86487" y="402714"/>
                    <a:pt x="148717" y="402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454034" y="7041864"/>
            <a:ext cx="280866" cy="59446"/>
            <a:chOff x="0" y="0"/>
            <a:chExt cx="2731922" cy="57821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63500" y="63500"/>
              <a:ext cx="266319" cy="443484"/>
            </a:xfrm>
            <a:custGeom>
              <a:avLst/>
              <a:gdLst/>
              <a:ahLst/>
              <a:cxnLst/>
              <a:rect r="r" b="b" t="t" l="l"/>
              <a:pathLst>
                <a:path h="443484" w="266319">
                  <a:moveTo>
                    <a:pt x="53594" y="244094"/>
                  </a:moveTo>
                  <a:lnTo>
                    <a:pt x="53594" y="343789"/>
                  </a:lnTo>
                  <a:lnTo>
                    <a:pt x="53594" y="443483"/>
                  </a:lnTo>
                  <a:lnTo>
                    <a:pt x="0" y="443483"/>
                  </a:lnTo>
                  <a:lnTo>
                    <a:pt x="0" y="221742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84201"/>
                  </a:lnTo>
                  <a:lnTo>
                    <a:pt x="53594" y="168402"/>
                  </a:lnTo>
                  <a:cubicBezTo>
                    <a:pt x="75311" y="124079"/>
                    <a:pt x="110109" y="106553"/>
                    <a:pt x="153543" y="106553"/>
                  </a:cubicBezTo>
                  <a:cubicBezTo>
                    <a:pt x="220853" y="106553"/>
                    <a:pt x="266319" y="147955"/>
                    <a:pt x="266319" y="232156"/>
                  </a:cubicBezTo>
                  <a:lnTo>
                    <a:pt x="266319" y="337820"/>
                  </a:lnTo>
                  <a:lnTo>
                    <a:pt x="266319" y="443483"/>
                  </a:lnTo>
                  <a:lnTo>
                    <a:pt x="212471" y="443483"/>
                  </a:lnTo>
                  <a:lnTo>
                    <a:pt x="212471" y="340106"/>
                  </a:lnTo>
                  <a:lnTo>
                    <a:pt x="212471" y="236601"/>
                  </a:lnTo>
                  <a:cubicBezTo>
                    <a:pt x="212471" y="185420"/>
                    <a:pt x="183896" y="154813"/>
                    <a:pt x="137414" y="154813"/>
                  </a:cubicBezTo>
                  <a:cubicBezTo>
                    <a:pt x="89535" y="154813"/>
                    <a:pt x="53467" y="187198"/>
                    <a:pt x="53467" y="24409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423926" y="174244"/>
              <a:ext cx="266446" cy="336931"/>
            </a:xfrm>
            <a:custGeom>
              <a:avLst/>
              <a:gdLst/>
              <a:ahLst/>
              <a:cxnLst/>
              <a:rect r="r" b="b" t="t" l="l"/>
              <a:pathLst>
                <a:path h="336931" w="266446">
                  <a:moveTo>
                    <a:pt x="112776" y="336930"/>
                  </a:moveTo>
                  <a:cubicBezTo>
                    <a:pt x="45466" y="336930"/>
                    <a:pt x="0" y="295528"/>
                    <a:pt x="0" y="211328"/>
                  </a:cubicBezTo>
                  <a:lnTo>
                    <a:pt x="0" y="105664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103378"/>
                  </a:lnTo>
                  <a:lnTo>
                    <a:pt x="53594" y="206756"/>
                  </a:lnTo>
                  <a:cubicBezTo>
                    <a:pt x="53594" y="257937"/>
                    <a:pt x="82423" y="288543"/>
                    <a:pt x="128905" y="288543"/>
                  </a:cubicBezTo>
                  <a:cubicBezTo>
                    <a:pt x="176530" y="288543"/>
                    <a:pt x="212598" y="256159"/>
                    <a:pt x="212598" y="199263"/>
                  </a:cubicBezTo>
                  <a:lnTo>
                    <a:pt x="212598" y="99695"/>
                  </a:lnTo>
                  <a:lnTo>
                    <a:pt x="212598" y="0"/>
                  </a:lnTo>
                  <a:lnTo>
                    <a:pt x="266446" y="0"/>
                  </a:lnTo>
                  <a:lnTo>
                    <a:pt x="266446" y="166370"/>
                  </a:lnTo>
                  <a:lnTo>
                    <a:pt x="266446" y="332739"/>
                  </a:lnTo>
                  <a:lnTo>
                    <a:pt x="214630" y="332739"/>
                  </a:lnTo>
                  <a:lnTo>
                    <a:pt x="214630" y="301624"/>
                  </a:lnTo>
                  <a:lnTo>
                    <a:pt x="214630" y="270509"/>
                  </a:lnTo>
                  <a:cubicBezTo>
                    <a:pt x="192913" y="319023"/>
                    <a:pt x="156591" y="336930"/>
                    <a:pt x="112776" y="33693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784352" y="168275"/>
              <a:ext cx="439928" cy="338836"/>
            </a:xfrm>
            <a:custGeom>
              <a:avLst/>
              <a:gdLst/>
              <a:ahLst/>
              <a:cxnLst/>
              <a:rect r="r" b="b" t="t" l="l"/>
              <a:pathLst>
                <a:path h="338836" w="439928">
                  <a:moveTo>
                    <a:pt x="0" y="338708"/>
                  </a:moveTo>
                  <a:lnTo>
                    <a:pt x="0" y="172339"/>
                  </a:lnTo>
                  <a:lnTo>
                    <a:pt x="0" y="5969"/>
                  </a:lnTo>
                  <a:lnTo>
                    <a:pt x="52070" y="5969"/>
                  </a:lnTo>
                  <a:lnTo>
                    <a:pt x="52324" y="66929"/>
                  </a:lnTo>
                  <a:cubicBezTo>
                    <a:pt x="68707" y="21971"/>
                    <a:pt x="106172" y="0"/>
                    <a:pt x="145542" y="0"/>
                  </a:cubicBezTo>
                  <a:cubicBezTo>
                    <a:pt x="189358" y="0"/>
                    <a:pt x="218441" y="26797"/>
                    <a:pt x="230379" y="67818"/>
                  </a:cubicBezTo>
                  <a:cubicBezTo>
                    <a:pt x="246127" y="25908"/>
                    <a:pt x="286894" y="0"/>
                    <a:pt x="335154" y="0"/>
                  </a:cubicBezTo>
                  <a:cubicBezTo>
                    <a:pt x="392939" y="0"/>
                    <a:pt x="439929" y="37211"/>
                    <a:pt x="439929" y="114300"/>
                  </a:cubicBezTo>
                  <a:lnTo>
                    <a:pt x="439929" y="226568"/>
                  </a:lnTo>
                  <a:lnTo>
                    <a:pt x="439929" y="338835"/>
                  </a:lnTo>
                  <a:lnTo>
                    <a:pt x="386081" y="338835"/>
                  </a:lnTo>
                  <a:lnTo>
                    <a:pt x="386081" y="227203"/>
                  </a:lnTo>
                  <a:lnTo>
                    <a:pt x="386081" y="115824"/>
                  </a:lnTo>
                  <a:cubicBezTo>
                    <a:pt x="386081" y="67945"/>
                    <a:pt x="354839" y="48895"/>
                    <a:pt x="319152" y="48895"/>
                  </a:cubicBezTo>
                  <a:cubicBezTo>
                    <a:pt x="274194" y="48895"/>
                    <a:pt x="246889" y="79502"/>
                    <a:pt x="246889" y="121539"/>
                  </a:cubicBezTo>
                  <a:lnTo>
                    <a:pt x="246889" y="230124"/>
                  </a:lnTo>
                  <a:lnTo>
                    <a:pt x="246889" y="338708"/>
                  </a:lnTo>
                  <a:lnTo>
                    <a:pt x="193168" y="338708"/>
                  </a:lnTo>
                  <a:lnTo>
                    <a:pt x="193168" y="224536"/>
                  </a:lnTo>
                  <a:lnTo>
                    <a:pt x="193168" y="110363"/>
                  </a:lnTo>
                  <a:cubicBezTo>
                    <a:pt x="193168" y="73406"/>
                    <a:pt x="165482" y="48768"/>
                    <a:pt x="128017" y="48768"/>
                  </a:cubicBezTo>
                  <a:cubicBezTo>
                    <a:pt x="89028" y="48768"/>
                    <a:pt x="53595" y="76200"/>
                    <a:pt x="53595" y="129159"/>
                  </a:cubicBezTo>
                  <a:lnTo>
                    <a:pt x="53595" y="233934"/>
                  </a:lnTo>
                  <a:lnTo>
                    <a:pt x="53595" y="338708"/>
                  </a:lnTo>
                  <a:lnTo>
                    <a:pt x="0" y="3387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1302259" y="170053"/>
              <a:ext cx="294640" cy="344043"/>
            </a:xfrm>
            <a:custGeom>
              <a:avLst/>
              <a:gdLst/>
              <a:ahLst/>
              <a:cxnLst/>
              <a:rect r="r" b="b" t="t" l="l"/>
              <a:pathLst>
                <a:path h="344043" w="294640">
                  <a:moveTo>
                    <a:pt x="155956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70"/>
                  </a:cubicBezTo>
                  <a:lnTo>
                    <a:pt x="294640" y="177546"/>
                  </a:lnTo>
                  <a:lnTo>
                    <a:pt x="294640" y="188722"/>
                  </a:lnTo>
                  <a:lnTo>
                    <a:pt x="54229" y="188722"/>
                  </a:lnTo>
                  <a:cubicBezTo>
                    <a:pt x="56896" y="258318"/>
                    <a:pt x="97409" y="296417"/>
                    <a:pt x="156337" y="296417"/>
                  </a:cubicBezTo>
                  <a:cubicBezTo>
                    <a:pt x="195580" y="296417"/>
                    <a:pt x="225044" y="279145"/>
                    <a:pt x="237617" y="245237"/>
                  </a:cubicBezTo>
                  <a:lnTo>
                    <a:pt x="289433" y="259461"/>
                  </a:lnTo>
                  <a:cubicBezTo>
                    <a:pt x="273939" y="309752"/>
                    <a:pt x="224282" y="344042"/>
                    <a:pt x="156083" y="344042"/>
                  </a:cubicBezTo>
                  <a:close/>
                  <a:moveTo>
                    <a:pt x="54610" y="143383"/>
                  </a:moveTo>
                  <a:lnTo>
                    <a:pt x="240284" y="143383"/>
                  </a:lnTo>
                  <a:cubicBezTo>
                    <a:pt x="235204" y="86868"/>
                    <a:pt x="204597" y="47498"/>
                    <a:pt x="149860" y="47498"/>
                  </a:cubicBezTo>
                  <a:cubicBezTo>
                    <a:pt x="92710" y="47498"/>
                    <a:pt x="57912" y="92456"/>
                    <a:pt x="54610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1657605" y="63500"/>
              <a:ext cx="295275" cy="450722"/>
            </a:xfrm>
            <a:custGeom>
              <a:avLst/>
              <a:gdLst/>
              <a:ahLst/>
              <a:cxnLst/>
              <a:rect r="r" b="b" t="t" l="l"/>
              <a:pathLst>
                <a:path h="450722" w="295275">
                  <a:moveTo>
                    <a:pt x="140843" y="450595"/>
                  </a:moveTo>
                  <a:cubicBezTo>
                    <a:pt x="57785" y="450595"/>
                    <a:pt x="0" y="383920"/>
                    <a:pt x="0" y="278003"/>
                  </a:cubicBezTo>
                  <a:cubicBezTo>
                    <a:pt x="0" y="172593"/>
                    <a:pt x="58039" y="106553"/>
                    <a:pt x="141097" y="106553"/>
                  </a:cubicBezTo>
                  <a:cubicBezTo>
                    <a:pt x="205994" y="106553"/>
                    <a:pt x="226568" y="146431"/>
                    <a:pt x="237490" y="163957"/>
                  </a:cubicBezTo>
                  <a:lnTo>
                    <a:pt x="241681" y="163957"/>
                  </a:lnTo>
                  <a:lnTo>
                    <a:pt x="241681" y="82169"/>
                  </a:lnTo>
                  <a:lnTo>
                    <a:pt x="241681" y="0"/>
                  </a:lnTo>
                  <a:lnTo>
                    <a:pt x="295275" y="0"/>
                  </a:lnTo>
                  <a:lnTo>
                    <a:pt x="295275" y="221742"/>
                  </a:lnTo>
                  <a:lnTo>
                    <a:pt x="295275" y="443483"/>
                  </a:lnTo>
                  <a:lnTo>
                    <a:pt x="243459" y="443483"/>
                  </a:lnTo>
                  <a:lnTo>
                    <a:pt x="243459" y="417702"/>
                  </a:lnTo>
                  <a:lnTo>
                    <a:pt x="243459" y="392048"/>
                  </a:lnTo>
                  <a:lnTo>
                    <a:pt x="237490" y="392048"/>
                  </a:lnTo>
                  <a:cubicBezTo>
                    <a:pt x="226441" y="410463"/>
                    <a:pt x="204216" y="450722"/>
                    <a:pt x="140716" y="450722"/>
                  </a:cubicBezTo>
                  <a:close/>
                  <a:moveTo>
                    <a:pt x="148717" y="402843"/>
                  </a:moveTo>
                  <a:cubicBezTo>
                    <a:pt x="209169" y="402843"/>
                    <a:pt x="242189" y="351662"/>
                    <a:pt x="242189" y="277495"/>
                  </a:cubicBezTo>
                  <a:cubicBezTo>
                    <a:pt x="242189" y="203962"/>
                    <a:pt x="210058" y="154559"/>
                    <a:pt x="148717" y="154559"/>
                  </a:cubicBezTo>
                  <a:cubicBezTo>
                    <a:pt x="85598" y="154559"/>
                    <a:pt x="54356" y="208407"/>
                    <a:pt x="54356" y="277495"/>
                  </a:cubicBezTo>
                  <a:cubicBezTo>
                    <a:pt x="54356" y="347472"/>
                    <a:pt x="86487" y="402843"/>
                    <a:pt x="148717" y="40284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2026667" y="170053"/>
              <a:ext cx="268605" cy="344678"/>
            </a:xfrm>
            <a:custGeom>
              <a:avLst/>
              <a:gdLst/>
              <a:ahLst/>
              <a:cxnLst/>
              <a:rect r="r" b="b" t="t" l="l"/>
              <a:pathLst>
                <a:path h="344678" w="268605">
                  <a:moveTo>
                    <a:pt x="113411" y="344677"/>
                  </a:moveTo>
                  <a:cubicBezTo>
                    <a:pt x="50292" y="344677"/>
                    <a:pt x="0" y="307720"/>
                    <a:pt x="0" y="242315"/>
                  </a:cubicBezTo>
                  <a:cubicBezTo>
                    <a:pt x="0" y="166116"/>
                    <a:pt x="67818" y="152146"/>
                    <a:pt x="129413" y="144399"/>
                  </a:cubicBezTo>
                  <a:cubicBezTo>
                    <a:pt x="189484" y="136398"/>
                    <a:pt x="214884" y="139573"/>
                    <a:pt x="214884" y="112268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5"/>
                  </a:cubicBezTo>
                  <a:lnTo>
                    <a:pt x="9652" y="78867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2"/>
                  </a:cubicBezTo>
                  <a:lnTo>
                    <a:pt x="268605" y="227330"/>
                  </a:lnTo>
                  <a:lnTo>
                    <a:pt x="268605" y="337057"/>
                  </a:lnTo>
                  <a:lnTo>
                    <a:pt x="215900" y="337057"/>
                  </a:lnTo>
                  <a:lnTo>
                    <a:pt x="215900" y="314324"/>
                  </a:lnTo>
                  <a:lnTo>
                    <a:pt x="215900" y="291718"/>
                  </a:lnTo>
                  <a:lnTo>
                    <a:pt x="212344" y="291718"/>
                  </a:lnTo>
                  <a:cubicBezTo>
                    <a:pt x="201041" y="315213"/>
                    <a:pt x="169799" y="344677"/>
                    <a:pt x="113538" y="344677"/>
                  </a:cubicBezTo>
                  <a:close/>
                  <a:moveTo>
                    <a:pt x="122809" y="297306"/>
                  </a:moveTo>
                  <a:cubicBezTo>
                    <a:pt x="181991" y="297306"/>
                    <a:pt x="215138" y="257429"/>
                    <a:pt x="215138" y="216662"/>
                  </a:cubicBezTo>
                  <a:lnTo>
                    <a:pt x="215138" y="193675"/>
                  </a:lnTo>
                  <a:lnTo>
                    <a:pt x="215138" y="170561"/>
                  </a:lnTo>
                  <a:cubicBezTo>
                    <a:pt x="206248" y="180975"/>
                    <a:pt x="147828" y="186944"/>
                    <a:pt x="127381" y="189611"/>
                  </a:cubicBezTo>
                  <a:cubicBezTo>
                    <a:pt x="88392" y="194691"/>
                    <a:pt x="54102" y="207137"/>
                    <a:pt x="54102" y="244983"/>
                  </a:cubicBezTo>
                  <a:cubicBezTo>
                    <a:pt x="54102" y="279526"/>
                    <a:pt x="82931" y="297306"/>
                    <a:pt x="122809" y="29730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2373123" y="63500"/>
              <a:ext cx="295275" cy="450722"/>
            </a:xfrm>
            <a:custGeom>
              <a:avLst/>
              <a:gdLst/>
              <a:ahLst/>
              <a:cxnLst/>
              <a:rect r="r" b="b" t="t" l="l"/>
              <a:pathLst>
                <a:path h="450722" w="295275">
                  <a:moveTo>
                    <a:pt x="140843" y="450595"/>
                  </a:moveTo>
                  <a:cubicBezTo>
                    <a:pt x="57785" y="450595"/>
                    <a:pt x="0" y="383920"/>
                    <a:pt x="0" y="278003"/>
                  </a:cubicBezTo>
                  <a:cubicBezTo>
                    <a:pt x="0" y="172593"/>
                    <a:pt x="58039" y="106553"/>
                    <a:pt x="141097" y="106553"/>
                  </a:cubicBezTo>
                  <a:cubicBezTo>
                    <a:pt x="205995" y="106553"/>
                    <a:pt x="226569" y="146431"/>
                    <a:pt x="237491" y="163957"/>
                  </a:cubicBezTo>
                  <a:lnTo>
                    <a:pt x="241682" y="163957"/>
                  </a:lnTo>
                  <a:lnTo>
                    <a:pt x="241682" y="82169"/>
                  </a:lnTo>
                  <a:lnTo>
                    <a:pt x="241682" y="0"/>
                  </a:lnTo>
                  <a:lnTo>
                    <a:pt x="295276" y="0"/>
                  </a:lnTo>
                  <a:lnTo>
                    <a:pt x="295276" y="221742"/>
                  </a:lnTo>
                  <a:lnTo>
                    <a:pt x="295276" y="443483"/>
                  </a:lnTo>
                  <a:lnTo>
                    <a:pt x="243460" y="443483"/>
                  </a:lnTo>
                  <a:lnTo>
                    <a:pt x="243460" y="417702"/>
                  </a:lnTo>
                  <a:lnTo>
                    <a:pt x="243460" y="392048"/>
                  </a:lnTo>
                  <a:lnTo>
                    <a:pt x="237491" y="392048"/>
                  </a:lnTo>
                  <a:cubicBezTo>
                    <a:pt x="226442" y="410463"/>
                    <a:pt x="204217" y="450722"/>
                    <a:pt x="140716" y="450722"/>
                  </a:cubicBezTo>
                  <a:close/>
                  <a:moveTo>
                    <a:pt x="148717" y="402843"/>
                  </a:moveTo>
                  <a:cubicBezTo>
                    <a:pt x="209170" y="402843"/>
                    <a:pt x="242189" y="351662"/>
                    <a:pt x="242189" y="277495"/>
                  </a:cubicBezTo>
                  <a:cubicBezTo>
                    <a:pt x="242189" y="203962"/>
                    <a:pt x="210058" y="154559"/>
                    <a:pt x="148717" y="154559"/>
                  </a:cubicBezTo>
                  <a:cubicBezTo>
                    <a:pt x="85598" y="154559"/>
                    <a:pt x="54356" y="208407"/>
                    <a:pt x="54356" y="277495"/>
                  </a:cubicBezTo>
                  <a:cubicBezTo>
                    <a:pt x="54356" y="347472"/>
                    <a:pt x="86487" y="402843"/>
                    <a:pt x="148717" y="40284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5450852" y="6666682"/>
            <a:ext cx="292768" cy="60946"/>
            <a:chOff x="0" y="0"/>
            <a:chExt cx="2847696" cy="59279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63500" y="188847"/>
              <a:ext cx="310514" cy="332737"/>
            </a:xfrm>
            <a:custGeom>
              <a:avLst/>
              <a:gdLst/>
              <a:ahLst/>
              <a:cxnLst/>
              <a:rect r="r" b="b" t="t" l="l"/>
              <a:pathLst>
                <a:path h="332737" w="310514">
                  <a:moveTo>
                    <a:pt x="127127" y="332737"/>
                  </a:moveTo>
                  <a:lnTo>
                    <a:pt x="0" y="0"/>
                  </a:lnTo>
                  <a:lnTo>
                    <a:pt x="58674" y="0"/>
                  </a:lnTo>
                  <a:cubicBezTo>
                    <a:pt x="90551" y="93471"/>
                    <a:pt x="128905" y="184529"/>
                    <a:pt x="155448" y="283080"/>
                  </a:cubicBezTo>
                  <a:cubicBezTo>
                    <a:pt x="181356" y="184529"/>
                    <a:pt x="220090" y="93471"/>
                    <a:pt x="251840" y="0"/>
                  </a:cubicBezTo>
                  <a:lnTo>
                    <a:pt x="310514" y="0"/>
                  </a:lnTo>
                  <a:lnTo>
                    <a:pt x="183387" y="332737"/>
                  </a:lnTo>
                  <a:lnTo>
                    <a:pt x="127127" y="3327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409066" y="184656"/>
              <a:ext cx="294639" cy="344039"/>
            </a:xfrm>
            <a:custGeom>
              <a:avLst/>
              <a:gdLst/>
              <a:ahLst/>
              <a:cxnLst/>
              <a:rect r="r" b="b" t="t" l="l"/>
              <a:pathLst>
                <a:path h="344039" w="294639">
                  <a:moveTo>
                    <a:pt x="155956" y="344039"/>
                  </a:moveTo>
                  <a:cubicBezTo>
                    <a:pt x="59563" y="344039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5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8"/>
                  </a:lnTo>
                  <a:cubicBezTo>
                    <a:pt x="273812" y="309750"/>
                    <a:pt x="224155" y="344039"/>
                    <a:pt x="155956" y="344039"/>
                  </a:cubicBezTo>
                  <a:close/>
                  <a:moveTo>
                    <a:pt x="54483" y="143382"/>
                  </a:moveTo>
                  <a:lnTo>
                    <a:pt x="240157" y="143382"/>
                  </a:lnTo>
                  <a:cubicBezTo>
                    <a:pt x="235077" y="86867"/>
                    <a:pt x="204470" y="47498"/>
                    <a:pt x="149733" y="47498"/>
                  </a:cubicBezTo>
                  <a:cubicBezTo>
                    <a:pt x="92583" y="47498"/>
                    <a:pt x="57785" y="92455"/>
                    <a:pt x="54483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780540" y="78104"/>
              <a:ext cx="53594" cy="443479"/>
            </a:xfrm>
            <a:custGeom>
              <a:avLst/>
              <a:gdLst/>
              <a:ahLst/>
              <a:cxnLst/>
              <a:rect r="r" b="b" t="t" l="l"/>
              <a:pathLst>
                <a:path h="443479" w="53594">
                  <a:moveTo>
                    <a:pt x="53594" y="0"/>
                  </a:moveTo>
                  <a:lnTo>
                    <a:pt x="53594" y="221740"/>
                  </a:lnTo>
                  <a:lnTo>
                    <a:pt x="53594" y="443480"/>
                  </a:lnTo>
                  <a:lnTo>
                    <a:pt x="0" y="443480"/>
                  </a:lnTo>
                  <a:lnTo>
                    <a:pt x="0" y="221740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911985" y="184656"/>
              <a:ext cx="303656" cy="344039"/>
            </a:xfrm>
            <a:custGeom>
              <a:avLst/>
              <a:gdLst/>
              <a:ahLst/>
              <a:cxnLst/>
              <a:rect r="r" b="b" t="t" l="l"/>
              <a:pathLst>
                <a:path h="344039" w="303656">
                  <a:moveTo>
                    <a:pt x="151511" y="344039"/>
                  </a:moveTo>
                  <a:cubicBezTo>
                    <a:pt x="61087" y="344039"/>
                    <a:pt x="0" y="275333"/>
                    <a:pt x="0" y="172591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42316" y="0"/>
                    <a:pt x="303656" y="68452"/>
                    <a:pt x="303656" y="172591"/>
                  </a:cubicBezTo>
                  <a:cubicBezTo>
                    <a:pt x="303656" y="275333"/>
                    <a:pt x="242316" y="344039"/>
                    <a:pt x="151511" y="344039"/>
                  </a:cubicBezTo>
                  <a:close/>
                  <a:moveTo>
                    <a:pt x="151511" y="296161"/>
                  </a:moveTo>
                  <a:cubicBezTo>
                    <a:pt x="218821" y="296161"/>
                    <a:pt x="249428" y="238123"/>
                    <a:pt x="249428" y="172591"/>
                  </a:cubicBezTo>
                  <a:cubicBezTo>
                    <a:pt x="249428" y="106552"/>
                    <a:pt x="218821" y="47879"/>
                    <a:pt x="151511" y="47879"/>
                  </a:cubicBezTo>
                  <a:cubicBezTo>
                    <a:pt x="85090" y="47879"/>
                    <a:pt x="54483" y="106171"/>
                    <a:pt x="54483" y="172591"/>
                  </a:cubicBezTo>
                  <a:cubicBezTo>
                    <a:pt x="54483" y="238123"/>
                    <a:pt x="85090" y="296161"/>
                    <a:pt x="151511" y="2961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1277490" y="184656"/>
              <a:ext cx="287654" cy="344039"/>
            </a:xfrm>
            <a:custGeom>
              <a:avLst/>
              <a:gdLst/>
              <a:ahLst/>
              <a:cxnLst/>
              <a:rect r="r" b="b" t="t" l="l"/>
              <a:pathLst>
                <a:path h="344039" w="287654">
                  <a:moveTo>
                    <a:pt x="151511" y="344039"/>
                  </a:moveTo>
                  <a:cubicBezTo>
                    <a:pt x="61087" y="344039"/>
                    <a:pt x="0" y="275333"/>
                    <a:pt x="0" y="172591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7"/>
                  </a:cubicBezTo>
                  <a:lnTo>
                    <a:pt x="234950" y="106552"/>
                  </a:lnTo>
                  <a:cubicBezTo>
                    <a:pt x="225171" y="72262"/>
                    <a:pt x="195326" y="47879"/>
                    <a:pt x="151638" y="47879"/>
                  </a:cubicBezTo>
                  <a:cubicBezTo>
                    <a:pt x="85217" y="47879"/>
                    <a:pt x="54610" y="106171"/>
                    <a:pt x="54610" y="172591"/>
                  </a:cubicBezTo>
                  <a:cubicBezTo>
                    <a:pt x="54610" y="238123"/>
                    <a:pt x="85217" y="296161"/>
                    <a:pt x="151638" y="296161"/>
                  </a:cubicBezTo>
                  <a:cubicBezTo>
                    <a:pt x="196342" y="296161"/>
                    <a:pt x="226695" y="270888"/>
                    <a:pt x="236474" y="234821"/>
                  </a:cubicBezTo>
                  <a:lnTo>
                    <a:pt x="287655" y="249425"/>
                  </a:lnTo>
                  <a:cubicBezTo>
                    <a:pt x="269748" y="308607"/>
                    <a:pt x="216789" y="344039"/>
                    <a:pt x="151638" y="34403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1631692" y="63499"/>
              <a:ext cx="74676" cy="458084"/>
            </a:xfrm>
            <a:custGeom>
              <a:avLst/>
              <a:gdLst/>
              <a:ahLst/>
              <a:cxnLst/>
              <a:rect r="r" b="b" t="t" l="l"/>
              <a:pathLst>
                <a:path h="458084" w="74676">
                  <a:moveTo>
                    <a:pt x="10160" y="458085"/>
                  </a:moveTo>
                  <a:lnTo>
                    <a:pt x="10160" y="291716"/>
                  </a:lnTo>
                  <a:lnTo>
                    <a:pt x="10160" y="125348"/>
                  </a:lnTo>
                  <a:lnTo>
                    <a:pt x="63755" y="125348"/>
                  </a:lnTo>
                  <a:lnTo>
                    <a:pt x="63755" y="291716"/>
                  </a:lnTo>
                  <a:lnTo>
                    <a:pt x="63755" y="458085"/>
                  </a:lnTo>
                  <a:lnTo>
                    <a:pt x="10160" y="458085"/>
                  </a:lnTo>
                  <a:close/>
                  <a:moveTo>
                    <a:pt x="37212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9" y="0"/>
                    <a:pt x="37212" y="0"/>
                  </a:cubicBezTo>
                  <a:cubicBezTo>
                    <a:pt x="57785" y="0"/>
                    <a:pt x="74677" y="15748"/>
                    <a:pt x="74677" y="35433"/>
                  </a:cubicBezTo>
                  <a:cubicBezTo>
                    <a:pt x="74677" y="55118"/>
                    <a:pt x="57659" y="70866"/>
                    <a:pt x="37212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1773424" y="78104"/>
              <a:ext cx="295274" cy="450591"/>
            </a:xfrm>
            <a:custGeom>
              <a:avLst/>
              <a:gdLst/>
              <a:ahLst/>
              <a:cxnLst/>
              <a:rect r="r" b="b" t="t" l="l"/>
              <a:pathLst>
                <a:path h="450591" w="295274">
                  <a:moveTo>
                    <a:pt x="140843" y="450591"/>
                  </a:moveTo>
                  <a:cubicBezTo>
                    <a:pt x="57785" y="450591"/>
                    <a:pt x="0" y="383917"/>
                    <a:pt x="0" y="278000"/>
                  </a:cubicBezTo>
                  <a:cubicBezTo>
                    <a:pt x="0" y="172591"/>
                    <a:pt x="58039" y="106552"/>
                    <a:pt x="141097" y="106552"/>
                  </a:cubicBezTo>
                  <a:cubicBezTo>
                    <a:pt x="205994" y="106552"/>
                    <a:pt x="226568" y="146430"/>
                    <a:pt x="237490" y="163955"/>
                  </a:cubicBezTo>
                  <a:lnTo>
                    <a:pt x="241681" y="163955"/>
                  </a:lnTo>
                  <a:lnTo>
                    <a:pt x="241681" y="82168"/>
                  </a:lnTo>
                  <a:lnTo>
                    <a:pt x="241681" y="0"/>
                  </a:lnTo>
                  <a:lnTo>
                    <a:pt x="295275" y="0"/>
                  </a:lnTo>
                  <a:lnTo>
                    <a:pt x="295275" y="221740"/>
                  </a:lnTo>
                  <a:lnTo>
                    <a:pt x="295275" y="443480"/>
                  </a:lnTo>
                  <a:lnTo>
                    <a:pt x="243459" y="443480"/>
                  </a:lnTo>
                  <a:lnTo>
                    <a:pt x="243459" y="417699"/>
                  </a:lnTo>
                  <a:lnTo>
                    <a:pt x="243459" y="391918"/>
                  </a:lnTo>
                  <a:lnTo>
                    <a:pt x="237490" y="391918"/>
                  </a:lnTo>
                  <a:cubicBezTo>
                    <a:pt x="226441" y="410333"/>
                    <a:pt x="204216" y="450591"/>
                    <a:pt x="140716" y="450591"/>
                  </a:cubicBezTo>
                  <a:close/>
                  <a:moveTo>
                    <a:pt x="148717" y="402713"/>
                  </a:moveTo>
                  <a:cubicBezTo>
                    <a:pt x="209169" y="402713"/>
                    <a:pt x="242189" y="351532"/>
                    <a:pt x="242189" y="277365"/>
                  </a:cubicBezTo>
                  <a:cubicBezTo>
                    <a:pt x="242189" y="203833"/>
                    <a:pt x="210058" y="154431"/>
                    <a:pt x="148717" y="154431"/>
                  </a:cubicBezTo>
                  <a:cubicBezTo>
                    <a:pt x="85598" y="154431"/>
                    <a:pt x="54356" y="208278"/>
                    <a:pt x="54356" y="277365"/>
                  </a:cubicBezTo>
                  <a:cubicBezTo>
                    <a:pt x="54356" y="347342"/>
                    <a:pt x="86487" y="402713"/>
                    <a:pt x="148717" y="40271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2142486" y="184656"/>
              <a:ext cx="268604" cy="344674"/>
            </a:xfrm>
            <a:custGeom>
              <a:avLst/>
              <a:gdLst/>
              <a:ahLst/>
              <a:cxnLst/>
              <a:rect r="r" b="b" t="t" l="l"/>
              <a:pathLst>
                <a:path h="344674" w="268604">
                  <a:moveTo>
                    <a:pt x="113410" y="344674"/>
                  </a:moveTo>
                  <a:cubicBezTo>
                    <a:pt x="50291" y="344674"/>
                    <a:pt x="0" y="307718"/>
                    <a:pt x="0" y="242313"/>
                  </a:cubicBezTo>
                  <a:cubicBezTo>
                    <a:pt x="0" y="166114"/>
                    <a:pt x="67817" y="152144"/>
                    <a:pt x="129412" y="144398"/>
                  </a:cubicBezTo>
                  <a:cubicBezTo>
                    <a:pt x="189483" y="136397"/>
                    <a:pt x="214883" y="139572"/>
                    <a:pt x="214883" y="112267"/>
                  </a:cubicBezTo>
                  <a:cubicBezTo>
                    <a:pt x="214883" y="70865"/>
                    <a:pt x="191388" y="47117"/>
                    <a:pt x="145287" y="47117"/>
                  </a:cubicBezTo>
                  <a:cubicBezTo>
                    <a:pt x="97408" y="47117"/>
                    <a:pt x="71500" y="72770"/>
                    <a:pt x="61086" y="95884"/>
                  </a:cubicBezTo>
                  <a:lnTo>
                    <a:pt x="9652" y="78866"/>
                  </a:lnTo>
                  <a:cubicBezTo>
                    <a:pt x="35305" y="18415"/>
                    <a:pt x="92455" y="0"/>
                    <a:pt x="143890" y="0"/>
                  </a:cubicBezTo>
                  <a:cubicBezTo>
                    <a:pt x="188594" y="0"/>
                    <a:pt x="268604" y="13716"/>
                    <a:pt x="268604" y="117601"/>
                  </a:cubicBezTo>
                  <a:lnTo>
                    <a:pt x="268604" y="227328"/>
                  </a:lnTo>
                  <a:lnTo>
                    <a:pt x="268604" y="337055"/>
                  </a:lnTo>
                  <a:lnTo>
                    <a:pt x="215899" y="337055"/>
                  </a:lnTo>
                  <a:lnTo>
                    <a:pt x="215899" y="314322"/>
                  </a:lnTo>
                  <a:lnTo>
                    <a:pt x="215899" y="291716"/>
                  </a:lnTo>
                  <a:lnTo>
                    <a:pt x="212343" y="291716"/>
                  </a:lnTo>
                  <a:cubicBezTo>
                    <a:pt x="201040" y="315211"/>
                    <a:pt x="169798" y="344674"/>
                    <a:pt x="113537" y="344674"/>
                  </a:cubicBezTo>
                  <a:close/>
                  <a:moveTo>
                    <a:pt x="122808" y="297304"/>
                  </a:moveTo>
                  <a:cubicBezTo>
                    <a:pt x="181990" y="297304"/>
                    <a:pt x="215137" y="257426"/>
                    <a:pt x="215137" y="216660"/>
                  </a:cubicBezTo>
                  <a:lnTo>
                    <a:pt x="215137" y="193546"/>
                  </a:lnTo>
                  <a:lnTo>
                    <a:pt x="215137" y="170559"/>
                  </a:lnTo>
                  <a:cubicBezTo>
                    <a:pt x="206247" y="180973"/>
                    <a:pt x="147827" y="186942"/>
                    <a:pt x="127380" y="189609"/>
                  </a:cubicBezTo>
                  <a:cubicBezTo>
                    <a:pt x="88391" y="194689"/>
                    <a:pt x="54101" y="207135"/>
                    <a:pt x="54101" y="244980"/>
                  </a:cubicBezTo>
                  <a:cubicBezTo>
                    <a:pt x="54101" y="279524"/>
                    <a:pt x="82930" y="297304"/>
                    <a:pt x="122808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2488941" y="78104"/>
              <a:ext cx="295274" cy="450591"/>
            </a:xfrm>
            <a:custGeom>
              <a:avLst/>
              <a:gdLst/>
              <a:ahLst/>
              <a:cxnLst/>
              <a:rect r="r" b="b" t="t" l="l"/>
              <a:pathLst>
                <a:path h="450591" w="295274">
                  <a:moveTo>
                    <a:pt x="140843" y="450591"/>
                  </a:moveTo>
                  <a:cubicBezTo>
                    <a:pt x="57785" y="450591"/>
                    <a:pt x="0" y="383917"/>
                    <a:pt x="0" y="278000"/>
                  </a:cubicBezTo>
                  <a:cubicBezTo>
                    <a:pt x="0" y="172591"/>
                    <a:pt x="58039" y="106552"/>
                    <a:pt x="141097" y="106552"/>
                  </a:cubicBezTo>
                  <a:cubicBezTo>
                    <a:pt x="205994" y="106552"/>
                    <a:pt x="226567" y="146430"/>
                    <a:pt x="237489" y="163955"/>
                  </a:cubicBezTo>
                  <a:lnTo>
                    <a:pt x="241681" y="163955"/>
                  </a:lnTo>
                  <a:lnTo>
                    <a:pt x="241681" y="82168"/>
                  </a:lnTo>
                  <a:lnTo>
                    <a:pt x="241681" y="0"/>
                  </a:lnTo>
                  <a:lnTo>
                    <a:pt x="295274" y="0"/>
                  </a:lnTo>
                  <a:lnTo>
                    <a:pt x="295274" y="221740"/>
                  </a:lnTo>
                  <a:lnTo>
                    <a:pt x="295274" y="443480"/>
                  </a:lnTo>
                  <a:lnTo>
                    <a:pt x="243458" y="443480"/>
                  </a:lnTo>
                  <a:lnTo>
                    <a:pt x="243458" y="417699"/>
                  </a:lnTo>
                  <a:lnTo>
                    <a:pt x="243458" y="391918"/>
                  </a:lnTo>
                  <a:lnTo>
                    <a:pt x="237489" y="391918"/>
                  </a:lnTo>
                  <a:cubicBezTo>
                    <a:pt x="226441" y="410333"/>
                    <a:pt x="204216" y="450591"/>
                    <a:pt x="140716" y="450591"/>
                  </a:cubicBezTo>
                  <a:close/>
                  <a:moveTo>
                    <a:pt x="148717" y="402713"/>
                  </a:moveTo>
                  <a:cubicBezTo>
                    <a:pt x="209169" y="402713"/>
                    <a:pt x="242188" y="351532"/>
                    <a:pt x="242188" y="277365"/>
                  </a:cubicBezTo>
                  <a:cubicBezTo>
                    <a:pt x="242188" y="203833"/>
                    <a:pt x="210057" y="154431"/>
                    <a:pt x="148717" y="154431"/>
                  </a:cubicBezTo>
                  <a:cubicBezTo>
                    <a:pt x="85598" y="154431"/>
                    <a:pt x="54356" y="208278"/>
                    <a:pt x="54356" y="277365"/>
                  </a:cubicBezTo>
                  <a:cubicBezTo>
                    <a:pt x="54356" y="347342"/>
                    <a:pt x="86487" y="402713"/>
                    <a:pt x="148717" y="40271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5454708" y="3508003"/>
            <a:ext cx="294635" cy="60946"/>
            <a:chOff x="0" y="0"/>
            <a:chExt cx="2865857" cy="59279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63500" y="78105"/>
              <a:ext cx="303022" cy="443609"/>
            </a:xfrm>
            <a:custGeom>
              <a:avLst/>
              <a:gdLst/>
              <a:ahLst/>
              <a:cxnLst/>
              <a:rect r="r" b="b" t="t" l="l"/>
              <a:pathLst>
                <a:path h="443609" w="303022">
                  <a:moveTo>
                    <a:pt x="0" y="443481"/>
                  </a:moveTo>
                  <a:lnTo>
                    <a:pt x="0" y="221740"/>
                  </a:lnTo>
                  <a:lnTo>
                    <a:pt x="0" y="0"/>
                  </a:lnTo>
                  <a:lnTo>
                    <a:pt x="151765" y="0"/>
                  </a:lnTo>
                  <a:cubicBezTo>
                    <a:pt x="255397" y="0"/>
                    <a:pt x="303022" y="62229"/>
                    <a:pt x="303022" y="141096"/>
                  </a:cubicBezTo>
                  <a:cubicBezTo>
                    <a:pt x="303022" y="220216"/>
                    <a:pt x="255397" y="283081"/>
                    <a:pt x="152146" y="283081"/>
                  </a:cubicBezTo>
                  <a:lnTo>
                    <a:pt x="56515" y="283081"/>
                  </a:lnTo>
                  <a:lnTo>
                    <a:pt x="56515" y="363345"/>
                  </a:lnTo>
                  <a:lnTo>
                    <a:pt x="56515" y="443608"/>
                  </a:lnTo>
                  <a:lnTo>
                    <a:pt x="0" y="443608"/>
                  </a:lnTo>
                  <a:close/>
                  <a:moveTo>
                    <a:pt x="56515" y="233297"/>
                  </a:moveTo>
                  <a:lnTo>
                    <a:pt x="149352" y="233297"/>
                  </a:lnTo>
                  <a:cubicBezTo>
                    <a:pt x="219583" y="233297"/>
                    <a:pt x="246634" y="193674"/>
                    <a:pt x="246634" y="140969"/>
                  </a:cubicBezTo>
                  <a:cubicBezTo>
                    <a:pt x="246634" y="88645"/>
                    <a:pt x="219583" y="49656"/>
                    <a:pt x="148717" y="49656"/>
                  </a:cubicBezTo>
                  <a:lnTo>
                    <a:pt x="56515" y="49656"/>
                  </a:lnTo>
                  <a:lnTo>
                    <a:pt x="56515" y="141604"/>
                  </a:lnTo>
                  <a:lnTo>
                    <a:pt x="56515" y="2332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446278" y="184022"/>
              <a:ext cx="168783" cy="337564"/>
            </a:xfrm>
            <a:custGeom>
              <a:avLst/>
              <a:gdLst/>
              <a:ahLst/>
              <a:cxnLst/>
              <a:rect r="r" b="b" t="t" l="l"/>
              <a:pathLst>
                <a:path h="337564" w="168783">
                  <a:moveTo>
                    <a:pt x="0" y="337564"/>
                  </a:moveTo>
                  <a:lnTo>
                    <a:pt x="0" y="171195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480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7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1"/>
                    <a:pt x="53594" y="129158"/>
                  </a:cubicBezTo>
                  <a:lnTo>
                    <a:pt x="53594" y="233298"/>
                  </a:lnTo>
                  <a:lnTo>
                    <a:pt x="53594" y="337437"/>
                  </a:lnTo>
                  <a:lnTo>
                    <a:pt x="0" y="3374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649605" y="184657"/>
              <a:ext cx="294640" cy="344041"/>
            </a:xfrm>
            <a:custGeom>
              <a:avLst/>
              <a:gdLst/>
              <a:ahLst/>
              <a:cxnLst/>
              <a:rect r="r" b="b" t="t" l="l"/>
              <a:pathLst>
                <a:path h="344041" w="294640">
                  <a:moveTo>
                    <a:pt x="155956" y="344041"/>
                  </a:moveTo>
                  <a:cubicBezTo>
                    <a:pt x="59563" y="344041"/>
                    <a:pt x="0" y="275589"/>
                    <a:pt x="0" y="173227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69"/>
                  </a:cubicBezTo>
                  <a:lnTo>
                    <a:pt x="294640" y="177545"/>
                  </a:lnTo>
                  <a:lnTo>
                    <a:pt x="294640" y="188721"/>
                  </a:lnTo>
                  <a:lnTo>
                    <a:pt x="54102" y="188721"/>
                  </a:lnTo>
                  <a:cubicBezTo>
                    <a:pt x="56769" y="258317"/>
                    <a:pt x="97282" y="296416"/>
                    <a:pt x="156210" y="296416"/>
                  </a:cubicBezTo>
                  <a:cubicBezTo>
                    <a:pt x="195453" y="296416"/>
                    <a:pt x="224917" y="279145"/>
                    <a:pt x="237490" y="245236"/>
                  </a:cubicBezTo>
                  <a:lnTo>
                    <a:pt x="289306" y="259460"/>
                  </a:lnTo>
                  <a:cubicBezTo>
                    <a:pt x="273812" y="309751"/>
                    <a:pt x="224155" y="344041"/>
                    <a:pt x="155956" y="344041"/>
                  </a:cubicBezTo>
                  <a:close/>
                  <a:moveTo>
                    <a:pt x="54483" y="143382"/>
                  </a:moveTo>
                  <a:lnTo>
                    <a:pt x="240157" y="143382"/>
                  </a:lnTo>
                  <a:cubicBezTo>
                    <a:pt x="235077" y="86868"/>
                    <a:pt x="204470" y="47498"/>
                    <a:pt x="149733" y="47498"/>
                  </a:cubicBezTo>
                  <a:cubicBezTo>
                    <a:pt x="92583" y="47498"/>
                    <a:pt x="57785" y="92456"/>
                    <a:pt x="54483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1006094" y="184657"/>
              <a:ext cx="259207" cy="344041"/>
            </a:xfrm>
            <a:custGeom>
              <a:avLst/>
              <a:gdLst/>
              <a:ahLst/>
              <a:cxnLst/>
              <a:rect r="r" b="b" t="t" l="l"/>
              <a:pathLst>
                <a:path h="344041" w="259207">
                  <a:moveTo>
                    <a:pt x="128016" y="344041"/>
                  </a:moveTo>
                  <a:cubicBezTo>
                    <a:pt x="59563" y="344041"/>
                    <a:pt x="11938" y="313688"/>
                    <a:pt x="0" y="256285"/>
                  </a:cubicBezTo>
                  <a:lnTo>
                    <a:pt x="50927" y="244093"/>
                  </a:lnTo>
                  <a:cubicBezTo>
                    <a:pt x="60452" y="280669"/>
                    <a:pt x="87503" y="297051"/>
                    <a:pt x="127381" y="297051"/>
                  </a:cubicBezTo>
                  <a:cubicBezTo>
                    <a:pt x="173863" y="297051"/>
                    <a:pt x="203581" y="274192"/>
                    <a:pt x="203581" y="246760"/>
                  </a:cubicBezTo>
                  <a:cubicBezTo>
                    <a:pt x="203581" y="223900"/>
                    <a:pt x="187452" y="208660"/>
                    <a:pt x="154813" y="200913"/>
                  </a:cubicBezTo>
                  <a:lnTo>
                    <a:pt x="99441" y="187832"/>
                  </a:lnTo>
                  <a:cubicBezTo>
                    <a:pt x="38989" y="173608"/>
                    <a:pt x="10160" y="143763"/>
                    <a:pt x="10160" y="97028"/>
                  </a:cubicBezTo>
                  <a:cubicBezTo>
                    <a:pt x="10160" y="39878"/>
                    <a:pt x="62484" y="0"/>
                    <a:pt x="133350" y="0"/>
                  </a:cubicBezTo>
                  <a:cubicBezTo>
                    <a:pt x="201803" y="0"/>
                    <a:pt x="237871" y="33274"/>
                    <a:pt x="252984" y="80010"/>
                  </a:cubicBezTo>
                  <a:lnTo>
                    <a:pt x="204470" y="92456"/>
                  </a:lnTo>
                  <a:cubicBezTo>
                    <a:pt x="195199" y="68580"/>
                    <a:pt x="176530" y="45466"/>
                    <a:pt x="133604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363"/>
                    <a:pt x="81280" y="132079"/>
                    <a:pt x="120269" y="141350"/>
                  </a:cubicBezTo>
                  <a:lnTo>
                    <a:pt x="170561" y="153288"/>
                  </a:lnTo>
                  <a:cubicBezTo>
                    <a:pt x="231013" y="167512"/>
                    <a:pt x="259207" y="197611"/>
                    <a:pt x="259207" y="243204"/>
                  </a:cubicBezTo>
                  <a:cubicBezTo>
                    <a:pt x="259207" y="301496"/>
                    <a:pt x="205867" y="344041"/>
                    <a:pt x="127889" y="3440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1326642" y="184657"/>
              <a:ext cx="294640" cy="344041"/>
            </a:xfrm>
            <a:custGeom>
              <a:avLst/>
              <a:gdLst/>
              <a:ahLst/>
              <a:cxnLst/>
              <a:rect r="r" b="b" t="t" l="l"/>
              <a:pathLst>
                <a:path h="344041" w="294640">
                  <a:moveTo>
                    <a:pt x="155955" y="344041"/>
                  </a:moveTo>
                  <a:cubicBezTo>
                    <a:pt x="59563" y="344041"/>
                    <a:pt x="0" y="275589"/>
                    <a:pt x="0" y="173227"/>
                  </a:cubicBezTo>
                  <a:cubicBezTo>
                    <a:pt x="0" y="71120"/>
                    <a:pt x="58927" y="0"/>
                    <a:pt x="149733" y="0"/>
                  </a:cubicBezTo>
                  <a:cubicBezTo>
                    <a:pt x="220217" y="0"/>
                    <a:pt x="294639" y="43434"/>
                    <a:pt x="294639" y="166369"/>
                  </a:cubicBezTo>
                  <a:lnTo>
                    <a:pt x="294639" y="177545"/>
                  </a:lnTo>
                  <a:lnTo>
                    <a:pt x="294639" y="188721"/>
                  </a:lnTo>
                  <a:lnTo>
                    <a:pt x="54229" y="188721"/>
                  </a:lnTo>
                  <a:cubicBezTo>
                    <a:pt x="56896" y="258317"/>
                    <a:pt x="97409" y="296416"/>
                    <a:pt x="156337" y="296416"/>
                  </a:cubicBezTo>
                  <a:cubicBezTo>
                    <a:pt x="195579" y="296416"/>
                    <a:pt x="225043" y="279145"/>
                    <a:pt x="237616" y="245236"/>
                  </a:cubicBezTo>
                  <a:lnTo>
                    <a:pt x="289433" y="259460"/>
                  </a:lnTo>
                  <a:cubicBezTo>
                    <a:pt x="273939" y="309751"/>
                    <a:pt x="224281" y="344041"/>
                    <a:pt x="156083" y="344041"/>
                  </a:cubicBezTo>
                  <a:close/>
                  <a:moveTo>
                    <a:pt x="54610" y="143382"/>
                  </a:moveTo>
                  <a:lnTo>
                    <a:pt x="240283" y="143382"/>
                  </a:lnTo>
                  <a:cubicBezTo>
                    <a:pt x="235203" y="86868"/>
                    <a:pt x="204597" y="47498"/>
                    <a:pt x="149860" y="47498"/>
                  </a:cubicBezTo>
                  <a:cubicBezTo>
                    <a:pt x="92710" y="47498"/>
                    <a:pt x="57912" y="92456"/>
                    <a:pt x="54610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1698116" y="184657"/>
              <a:ext cx="266065" cy="336929"/>
            </a:xfrm>
            <a:custGeom>
              <a:avLst/>
              <a:gdLst/>
              <a:ahLst/>
              <a:cxnLst/>
              <a:rect r="r" b="b" t="t" l="l"/>
              <a:pathLst>
                <a:path h="336929" w="266065">
                  <a:moveTo>
                    <a:pt x="53594" y="137540"/>
                  </a:moveTo>
                  <a:lnTo>
                    <a:pt x="53594" y="237235"/>
                  </a:lnTo>
                  <a:lnTo>
                    <a:pt x="53594" y="336929"/>
                  </a:lnTo>
                  <a:lnTo>
                    <a:pt x="0" y="336929"/>
                  </a:lnTo>
                  <a:lnTo>
                    <a:pt x="0" y="170560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2"/>
                  </a:cubicBezTo>
                  <a:lnTo>
                    <a:pt x="266065" y="231266"/>
                  </a:lnTo>
                  <a:lnTo>
                    <a:pt x="266065" y="336929"/>
                  </a:lnTo>
                  <a:lnTo>
                    <a:pt x="212471" y="336929"/>
                  </a:lnTo>
                  <a:lnTo>
                    <a:pt x="212471" y="233425"/>
                  </a:lnTo>
                  <a:lnTo>
                    <a:pt x="212471" y="130047"/>
                  </a:lnTo>
                  <a:cubicBezTo>
                    <a:pt x="212471" y="78867"/>
                    <a:pt x="183896" y="48260"/>
                    <a:pt x="137414" y="48260"/>
                  </a:cubicBezTo>
                  <a:cubicBezTo>
                    <a:pt x="89535" y="48260"/>
                    <a:pt x="53467" y="80645"/>
                    <a:pt x="53467" y="1375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2042159" y="184657"/>
              <a:ext cx="287655" cy="344041"/>
            </a:xfrm>
            <a:custGeom>
              <a:avLst/>
              <a:gdLst/>
              <a:ahLst/>
              <a:cxnLst/>
              <a:rect r="r" b="b" t="t" l="l"/>
              <a:pathLst>
                <a:path h="344041" w="287655">
                  <a:moveTo>
                    <a:pt x="151511" y="344041"/>
                  </a:moveTo>
                  <a:cubicBezTo>
                    <a:pt x="61087" y="344041"/>
                    <a:pt x="0" y="275335"/>
                    <a:pt x="0" y="172592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8"/>
                  </a:cubicBezTo>
                  <a:lnTo>
                    <a:pt x="234950" y="106552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1"/>
                    <a:pt x="54610" y="172592"/>
                  </a:cubicBezTo>
                  <a:cubicBezTo>
                    <a:pt x="54610" y="238124"/>
                    <a:pt x="85217" y="296162"/>
                    <a:pt x="151638" y="296162"/>
                  </a:cubicBezTo>
                  <a:cubicBezTo>
                    <a:pt x="196342" y="296162"/>
                    <a:pt x="226695" y="270890"/>
                    <a:pt x="236474" y="234822"/>
                  </a:cubicBezTo>
                  <a:lnTo>
                    <a:pt x="287655" y="249427"/>
                  </a:lnTo>
                  <a:cubicBezTo>
                    <a:pt x="269748" y="308608"/>
                    <a:pt x="216789" y="344041"/>
                    <a:pt x="151638" y="3440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2396362" y="63500"/>
              <a:ext cx="74676" cy="458087"/>
            </a:xfrm>
            <a:custGeom>
              <a:avLst/>
              <a:gdLst/>
              <a:ahLst/>
              <a:cxnLst/>
              <a:rect r="r" b="b" t="t" l="l"/>
              <a:pathLst>
                <a:path h="458087" w="74676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8"/>
                  </a:lnTo>
                  <a:lnTo>
                    <a:pt x="63754" y="125348"/>
                  </a:lnTo>
                  <a:lnTo>
                    <a:pt x="63754" y="291717"/>
                  </a:lnTo>
                  <a:lnTo>
                    <a:pt x="63754" y="458086"/>
                  </a:lnTo>
                  <a:lnTo>
                    <a:pt x="10160" y="458086"/>
                  </a:lnTo>
                  <a:close/>
                  <a:moveTo>
                    <a:pt x="37211" y="70865"/>
                  </a:moveTo>
                  <a:cubicBezTo>
                    <a:pt x="17018" y="70865"/>
                    <a:pt x="0" y="55117"/>
                    <a:pt x="0" y="35432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2"/>
                  </a:cubicBezTo>
                  <a:cubicBezTo>
                    <a:pt x="74676" y="55117"/>
                    <a:pt x="57658" y="70865"/>
                    <a:pt x="37211" y="708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2533903" y="184657"/>
              <a:ext cx="268605" cy="344676"/>
            </a:xfrm>
            <a:custGeom>
              <a:avLst/>
              <a:gdLst/>
              <a:ahLst/>
              <a:cxnLst/>
              <a:rect r="r" b="b" t="t" l="l"/>
              <a:pathLst>
                <a:path h="344676" w="268605">
                  <a:moveTo>
                    <a:pt x="113411" y="344676"/>
                  </a:moveTo>
                  <a:cubicBezTo>
                    <a:pt x="50292" y="344676"/>
                    <a:pt x="0" y="307719"/>
                    <a:pt x="0" y="242315"/>
                  </a:cubicBezTo>
                  <a:cubicBezTo>
                    <a:pt x="0" y="166115"/>
                    <a:pt x="67818" y="152145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5"/>
                  </a:cubicBezTo>
                  <a:lnTo>
                    <a:pt x="9652" y="78867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1"/>
                  </a:cubicBezTo>
                  <a:lnTo>
                    <a:pt x="268605" y="227329"/>
                  </a:lnTo>
                  <a:lnTo>
                    <a:pt x="268605" y="337056"/>
                  </a:lnTo>
                  <a:lnTo>
                    <a:pt x="215900" y="337056"/>
                  </a:lnTo>
                  <a:lnTo>
                    <a:pt x="215900" y="314323"/>
                  </a:lnTo>
                  <a:lnTo>
                    <a:pt x="215900" y="291717"/>
                  </a:lnTo>
                  <a:lnTo>
                    <a:pt x="212344" y="291717"/>
                  </a:lnTo>
                  <a:cubicBezTo>
                    <a:pt x="201041" y="315212"/>
                    <a:pt x="169799" y="344676"/>
                    <a:pt x="113538" y="344676"/>
                  </a:cubicBezTo>
                  <a:close/>
                  <a:moveTo>
                    <a:pt x="122809" y="297305"/>
                  </a:moveTo>
                  <a:cubicBezTo>
                    <a:pt x="181991" y="297305"/>
                    <a:pt x="215138" y="257428"/>
                    <a:pt x="215138" y="216661"/>
                  </a:cubicBezTo>
                  <a:lnTo>
                    <a:pt x="215138" y="193547"/>
                  </a:lnTo>
                  <a:lnTo>
                    <a:pt x="215138" y="170560"/>
                  </a:lnTo>
                  <a:cubicBezTo>
                    <a:pt x="206248" y="180974"/>
                    <a:pt x="147828" y="186943"/>
                    <a:pt x="127381" y="189610"/>
                  </a:cubicBezTo>
                  <a:cubicBezTo>
                    <a:pt x="88392" y="194690"/>
                    <a:pt x="54102" y="207136"/>
                    <a:pt x="54102" y="244982"/>
                  </a:cubicBezTo>
                  <a:cubicBezTo>
                    <a:pt x="54102" y="279526"/>
                    <a:pt x="82931" y="297305"/>
                    <a:pt x="122809" y="2973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450791" y="7983385"/>
            <a:ext cx="359109" cy="60946"/>
            <a:chOff x="0" y="0"/>
            <a:chExt cx="3492983" cy="59279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63500" y="78104"/>
              <a:ext cx="389509" cy="443480"/>
            </a:xfrm>
            <a:custGeom>
              <a:avLst/>
              <a:gdLst/>
              <a:ahLst/>
              <a:cxnLst/>
              <a:rect r="r" b="b" t="t" l="l"/>
              <a:pathLst>
                <a:path h="443480" w="389509">
                  <a:moveTo>
                    <a:pt x="163068" y="443481"/>
                  </a:moveTo>
                  <a:lnTo>
                    <a:pt x="0" y="0"/>
                  </a:lnTo>
                  <a:lnTo>
                    <a:pt x="59563" y="0"/>
                  </a:lnTo>
                  <a:cubicBezTo>
                    <a:pt x="108966" y="144398"/>
                    <a:pt x="149987" y="239901"/>
                    <a:pt x="195834" y="397634"/>
                  </a:cubicBezTo>
                  <a:cubicBezTo>
                    <a:pt x="242316" y="239012"/>
                    <a:pt x="280670" y="145795"/>
                    <a:pt x="329438" y="0"/>
                  </a:cubicBezTo>
                  <a:lnTo>
                    <a:pt x="389509" y="0"/>
                  </a:lnTo>
                  <a:lnTo>
                    <a:pt x="228346" y="443481"/>
                  </a:lnTo>
                  <a:lnTo>
                    <a:pt x="163068" y="44348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505460" y="63499"/>
              <a:ext cx="74676" cy="458085"/>
            </a:xfrm>
            <a:custGeom>
              <a:avLst/>
              <a:gdLst/>
              <a:ahLst/>
              <a:cxnLst/>
              <a:rect r="r" b="b" t="t" l="l"/>
              <a:pathLst>
                <a:path h="458085" w="74676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9"/>
                  </a:lnTo>
                  <a:lnTo>
                    <a:pt x="63755" y="125349"/>
                  </a:lnTo>
                  <a:lnTo>
                    <a:pt x="63755" y="291717"/>
                  </a:lnTo>
                  <a:lnTo>
                    <a:pt x="63755" y="458086"/>
                  </a:lnTo>
                  <a:lnTo>
                    <a:pt x="10160" y="458086"/>
                  </a:lnTo>
                  <a:close/>
                  <a:moveTo>
                    <a:pt x="37212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2" y="0"/>
                  </a:cubicBezTo>
                  <a:cubicBezTo>
                    <a:pt x="57786" y="0"/>
                    <a:pt x="74677" y="15748"/>
                    <a:pt x="74677" y="35433"/>
                  </a:cubicBezTo>
                  <a:cubicBezTo>
                    <a:pt x="74677" y="55118"/>
                    <a:pt x="57659" y="70866"/>
                    <a:pt x="37212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663195" y="78104"/>
              <a:ext cx="295275" cy="450592"/>
            </a:xfrm>
            <a:custGeom>
              <a:avLst/>
              <a:gdLst/>
              <a:ahLst/>
              <a:cxnLst/>
              <a:rect r="r" b="b" t="t" l="l"/>
              <a:pathLst>
                <a:path h="450592" w="295275">
                  <a:moveTo>
                    <a:pt x="154559" y="450593"/>
                  </a:moveTo>
                  <a:cubicBezTo>
                    <a:pt x="91186" y="450593"/>
                    <a:pt x="68834" y="410461"/>
                    <a:pt x="57785" y="391919"/>
                  </a:cubicBezTo>
                  <a:lnTo>
                    <a:pt x="51816" y="391919"/>
                  </a:lnTo>
                  <a:lnTo>
                    <a:pt x="51816" y="417700"/>
                  </a:lnTo>
                  <a:lnTo>
                    <a:pt x="51816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82169"/>
                  </a:lnTo>
                  <a:lnTo>
                    <a:pt x="53594" y="163956"/>
                  </a:lnTo>
                  <a:lnTo>
                    <a:pt x="57785" y="163956"/>
                  </a:lnTo>
                  <a:cubicBezTo>
                    <a:pt x="68834" y="146430"/>
                    <a:pt x="89281" y="106553"/>
                    <a:pt x="154178" y="106553"/>
                  </a:cubicBezTo>
                  <a:cubicBezTo>
                    <a:pt x="237236" y="106553"/>
                    <a:pt x="295275" y="172592"/>
                    <a:pt x="295275" y="278001"/>
                  </a:cubicBezTo>
                  <a:cubicBezTo>
                    <a:pt x="295275" y="383918"/>
                    <a:pt x="237490" y="450593"/>
                    <a:pt x="154432" y="450593"/>
                  </a:cubicBezTo>
                  <a:close/>
                  <a:moveTo>
                    <a:pt x="146431" y="402714"/>
                  </a:moveTo>
                  <a:cubicBezTo>
                    <a:pt x="208661" y="402714"/>
                    <a:pt x="240792" y="347343"/>
                    <a:pt x="240792" y="277366"/>
                  </a:cubicBezTo>
                  <a:cubicBezTo>
                    <a:pt x="240792" y="208279"/>
                    <a:pt x="209550" y="154431"/>
                    <a:pt x="146431" y="154431"/>
                  </a:cubicBezTo>
                  <a:cubicBezTo>
                    <a:pt x="85090" y="154431"/>
                    <a:pt x="52959" y="203834"/>
                    <a:pt x="52959" y="277366"/>
                  </a:cubicBezTo>
                  <a:cubicBezTo>
                    <a:pt x="52959" y="351534"/>
                    <a:pt x="85979" y="402714"/>
                    <a:pt x="146431" y="402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1036448" y="184022"/>
              <a:ext cx="168783" cy="337563"/>
            </a:xfrm>
            <a:custGeom>
              <a:avLst/>
              <a:gdLst/>
              <a:ahLst/>
              <a:cxnLst/>
              <a:rect r="r" b="b" t="t" l="l"/>
              <a:pathLst>
                <a:path h="337563" w="168783">
                  <a:moveTo>
                    <a:pt x="0" y="337563"/>
                  </a:moveTo>
                  <a:lnTo>
                    <a:pt x="0" y="171194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479"/>
                  </a:lnTo>
                  <a:lnTo>
                    <a:pt x="51816" y="56006"/>
                  </a:lnTo>
                  <a:lnTo>
                    <a:pt x="55372" y="56006"/>
                  </a:lnTo>
                  <a:cubicBezTo>
                    <a:pt x="67564" y="22351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39"/>
                  </a:lnTo>
                  <a:lnTo>
                    <a:pt x="168783" y="54736"/>
                  </a:lnTo>
                  <a:cubicBezTo>
                    <a:pt x="165481" y="54101"/>
                    <a:pt x="150876" y="51815"/>
                    <a:pt x="136652" y="51815"/>
                  </a:cubicBezTo>
                  <a:cubicBezTo>
                    <a:pt x="88773" y="51815"/>
                    <a:pt x="53594" y="84200"/>
                    <a:pt x="53594" y="129158"/>
                  </a:cubicBezTo>
                  <a:lnTo>
                    <a:pt x="53594" y="233297"/>
                  </a:lnTo>
                  <a:lnTo>
                    <a:pt x="53594" y="337436"/>
                  </a:lnTo>
                  <a:lnTo>
                    <a:pt x="0" y="3374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1245744" y="184657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4"/>
                    <a:pt x="92456" y="0"/>
                    <a:pt x="143891" y="0"/>
                  </a:cubicBezTo>
                  <a:cubicBezTo>
                    <a:pt x="188595" y="0"/>
                    <a:pt x="268605" y="13715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900" y="337055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6"/>
                    <a:pt x="215138" y="216660"/>
                  </a:cubicBezTo>
                  <a:lnTo>
                    <a:pt x="215138" y="193546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1592201" y="184657"/>
              <a:ext cx="287655" cy="344040"/>
            </a:xfrm>
            <a:custGeom>
              <a:avLst/>
              <a:gdLst/>
              <a:ahLst/>
              <a:cxnLst/>
              <a:rect r="r" b="b" t="t" l="l"/>
              <a:pathLst>
                <a:path h="344040" w="287655">
                  <a:moveTo>
                    <a:pt x="151511" y="344040"/>
                  </a:moveTo>
                  <a:cubicBezTo>
                    <a:pt x="61087" y="344040"/>
                    <a:pt x="0" y="275333"/>
                    <a:pt x="0" y="172591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15773" y="0"/>
                    <a:pt x="268224" y="33908"/>
                    <a:pt x="286385" y="91947"/>
                  </a:cubicBezTo>
                  <a:lnTo>
                    <a:pt x="234950" y="106552"/>
                  </a:lnTo>
                  <a:cubicBezTo>
                    <a:pt x="225171" y="72262"/>
                    <a:pt x="195326" y="47878"/>
                    <a:pt x="151638" y="47878"/>
                  </a:cubicBezTo>
                  <a:cubicBezTo>
                    <a:pt x="85217" y="47878"/>
                    <a:pt x="54610" y="106171"/>
                    <a:pt x="54610" y="172591"/>
                  </a:cubicBezTo>
                  <a:cubicBezTo>
                    <a:pt x="54610" y="238123"/>
                    <a:pt x="85217" y="296161"/>
                    <a:pt x="151638" y="296161"/>
                  </a:cubicBezTo>
                  <a:cubicBezTo>
                    <a:pt x="196342" y="296161"/>
                    <a:pt x="226695" y="270888"/>
                    <a:pt x="236474" y="234821"/>
                  </a:cubicBezTo>
                  <a:lnTo>
                    <a:pt x="287655" y="249426"/>
                  </a:lnTo>
                  <a:cubicBezTo>
                    <a:pt x="269748" y="308607"/>
                    <a:pt x="216789" y="344040"/>
                    <a:pt x="151638" y="3440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1946277" y="63499"/>
              <a:ext cx="74803" cy="458085"/>
            </a:xfrm>
            <a:custGeom>
              <a:avLst/>
              <a:gdLst/>
              <a:ahLst/>
              <a:cxnLst/>
              <a:rect r="r" b="b" t="t" l="l"/>
              <a:pathLst>
                <a:path h="458085" w="74803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9"/>
                  </a:lnTo>
                  <a:lnTo>
                    <a:pt x="63754" y="125349"/>
                  </a:lnTo>
                  <a:lnTo>
                    <a:pt x="63754" y="291717"/>
                  </a:lnTo>
                  <a:lnTo>
                    <a:pt x="63754" y="458086"/>
                  </a:lnTo>
                  <a:lnTo>
                    <a:pt x="10160" y="458086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338" y="0"/>
                  </a:cubicBezTo>
                  <a:cubicBezTo>
                    <a:pt x="57912" y="0"/>
                    <a:pt x="74803" y="15748"/>
                    <a:pt x="74803" y="35433"/>
                  </a:cubicBezTo>
                  <a:cubicBezTo>
                    <a:pt x="74803" y="55118"/>
                    <a:pt x="57785" y="70866"/>
                    <a:pt x="37338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2088009" y="184657"/>
              <a:ext cx="303657" cy="344040"/>
            </a:xfrm>
            <a:custGeom>
              <a:avLst/>
              <a:gdLst/>
              <a:ahLst/>
              <a:cxnLst/>
              <a:rect r="r" b="b" t="t" l="l"/>
              <a:pathLst>
                <a:path h="344040" w="303657">
                  <a:moveTo>
                    <a:pt x="151511" y="344040"/>
                  </a:moveTo>
                  <a:cubicBezTo>
                    <a:pt x="61087" y="344040"/>
                    <a:pt x="0" y="275333"/>
                    <a:pt x="0" y="172591"/>
                  </a:cubicBezTo>
                  <a:cubicBezTo>
                    <a:pt x="0" y="68452"/>
                    <a:pt x="60960" y="0"/>
                    <a:pt x="151511" y="0"/>
                  </a:cubicBezTo>
                  <a:cubicBezTo>
                    <a:pt x="242316" y="0"/>
                    <a:pt x="303657" y="68452"/>
                    <a:pt x="303657" y="172591"/>
                  </a:cubicBezTo>
                  <a:cubicBezTo>
                    <a:pt x="303657" y="275333"/>
                    <a:pt x="242316" y="344040"/>
                    <a:pt x="151511" y="344040"/>
                  </a:cubicBezTo>
                  <a:close/>
                  <a:moveTo>
                    <a:pt x="151511" y="296161"/>
                  </a:moveTo>
                  <a:cubicBezTo>
                    <a:pt x="218821" y="296161"/>
                    <a:pt x="249428" y="238123"/>
                    <a:pt x="249428" y="172591"/>
                  </a:cubicBezTo>
                  <a:cubicBezTo>
                    <a:pt x="249428" y="106552"/>
                    <a:pt x="218821" y="47878"/>
                    <a:pt x="151511" y="47878"/>
                  </a:cubicBezTo>
                  <a:cubicBezTo>
                    <a:pt x="85090" y="47878"/>
                    <a:pt x="54483" y="106171"/>
                    <a:pt x="54483" y="172591"/>
                  </a:cubicBezTo>
                  <a:cubicBezTo>
                    <a:pt x="54483" y="238123"/>
                    <a:pt x="85090" y="296161"/>
                    <a:pt x="151511" y="2961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2469644" y="184657"/>
              <a:ext cx="266065" cy="336928"/>
            </a:xfrm>
            <a:custGeom>
              <a:avLst/>
              <a:gdLst/>
              <a:ahLst/>
              <a:cxnLst/>
              <a:rect r="r" b="b" t="t" l="l"/>
              <a:pathLst>
                <a:path h="336928" w="266065">
                  <a:moveTo>
                    <a:pt x="53594" y="137539"/>
                  </a:moveTo>
                  <a:lnTo>
                    <a:pt x="53594" y="237234"/>
                  </a:lnTo>
                  <a:lnTo>
                    <a:pt x="53594" y="336928"/>
                  </a:lnTo>
                  <a:lnTo>
                    <a:pt x="0" y="336928"/>
                  </a:lnTo>
                  <a:lnTo>
                    <a:pt x="0" y="170559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90" y="65785"/>
                  </a:lnTo>
                  <a:cubicBezTo>
                    <a:pt x="73153" y="18795"/>
                    <a:pt x="108840" y="0"/>
                    <a:pt x="153543" y="0"/>
                  </a:cubicBezTo>
                  <a:cubicBezTo>
                    <a:pt x="220853" y="0"/>
                    <a:pt x="266066" y="41401"/>
                    <a:pt x="266066" y="125602"/>
                  </a:cubicBezTo>
                  <a:lnTo>
                    <a:pt x="266066" y="231265"/>
                  </a:lnTo>
                  <a:lnTo>
                    <a:pt x="266066" y="336928"/>
                  </a:lnTo>
                  <a:lnTo>
                    <a:pt x="212471" y="336928"/>
                  </a:lnTo>
                  <a:lnTo>
                    <a:pt x="212471" y="233424"/>
                  </a:lnTo>
                  <a:lnTo>
                    <a:pt x="212471" y="130047"/>
                  </a:lnTo>
                  <a:cubicBezTo>
                    <a:pt x="212471" y="78866"/>
                    <a:pt x="183896" y="48259"/>
                    <a:pt x="137415" y="48259"/>
                  </a:cubicBezTo>
                  <a:cubicBezTo>
                    <a:pt x="89535" y="48259"/>
                    <a:pt x="53467" y="80644"/>
                    <a:pt x="53467" y="13753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2813688" y="184657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6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9"/>
                  </a:lnTo>
                  <a:cubicBezTo>
                    <a:pt x="273812" y="309750"/>
                    <a:pt x="224155" y="344040"/>
                    <a:pt x="155956" y="344040"/>
                  </a:cubicBezTo>
                  <a:close/>
                  <a:moveTo>
                    <a:pt x="54483" y="143381"/>
                  </a:moveTo>
                  <a:lnTo>
                    <a:pt x="240157" y="143381"/>
                  </a:lnTo>
                  <a:cubicBezTo>
                    <a:pt x="235077" y="86867"/>
                    <a:pt x="204470" y="47497"/>
                    <a:pt x="149733" y="47497"/>
                  </a:cubicBezTo>
                  <a:cubicBezTo>
                    <a:pt x="92583" y="47497"/>
                    <a:pt x="57785" y="92455"/>
                    <a:pt x="54483" y="1433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3170177" y="184657"/>
              <a:ext cx="259207" cy="344040"/>
            </a:xfrm>
            <a:custGeom>
              <a:avLst/>
              <a:gdLst/>
              <a:ahLst/>
              <a:cxnLst/>
              <a:rect r="r" b="b" t="t" l="l"/>
              <a:pathLst>
                <a:path h="344040" w="259207">
                  <a:moveTo>
                    <a:pt x="128016" y="344040"/>
                  </a:moveTo>
                  <a:cubicBezTo>
                    <a:pt x="59563" y="344040"/>
                    <a:pt x="11938" y="313687"/>
                    <a:pt x="0" y="256284"/>
                  </a:cubicBezTo>
                  <a:lnTo>
                    <a:pt x="50927" y="244092"/>
                  </a:lnTo>
                  <a:cubicBezTo>
                    <a:pt x="60452" y="280667"/>
                    <a:pt x="87503" y="297050"/>
                    <a:pt x="127381" y="297050"/>
                  </a:cubicBezTo>
                  <a:cubicBezTo>
                    <a:pt x="173863" y="297050"/>
                    <a:pt x="203581" y="274190"/>
                    <a:pt x="203581" y="246759"/>
                  </a:cubicBezTo>
                  <a:cubicBezTo>
                    <a:pt x="203581" y="223899"/>
                    <a:pt x="187452" y="208659"/>
                    <a:pt x="154813" y="200912"/>
                  </a:cubicBezTo>
                  <a:lnTo>
                    <a:pt x="99441" y="187831"/>
                  </a:lnTo>
                  <a:cubicBezTo>
                    <a:pt x="38989" y="173607"/>
                    <a:pt x="10160" y="143762"/>
                    <a:pt x="10160" y="97027"/>
                  </a:cubicBezTo>
                  <a:cubicBezTo>
                    <a:pt x="10160" y="39877"/>
                    <a:pt x="62484" y="0"/>
                    <a:pt x="133350" y="0"/>
                  </a:cubicBezTo>
                  <a:cubicBezTo>
                    <a:pt x="201803" y="0"/>
                    <a:pt x="237871" y="33273"/>
                    <a:pt x="252985" y="80009"/>
                  </a:cubicBezTo>
                  <a:lnTo>
                    <a:pt x="204470" y="92455"/>
                  </a:lnTo>
                  <a:cubicBezTo>
                    <a:pt x="195199" y="68706"/>
                    <a:pt x="176530" y="45465"/>
                    <a:pt x="133604" y="45465"/>
                  </a:cubicBezTo>
                  <a:cubicBezTo>
                    <a:pt x="93980" y="45465"/>
                    <a:pt x="64262" y="66039"/>
                    <a:pt x="64262" y="93725"/>
                  </a:cubicBezTo>
                  <a:cubicBezTo>
                    <a:pt x="64262" y="118490"/>
                    <a:pt x="81280" y="132079"/>
                    <a:pt x="120269" y="141349"/>
                  </a:cubicBezTo>
                  <a:lnTo>
                    <a:pt x="170561" y="153287"/>
                  </a:lnTo>
                  <a:cubicBezTo>
                    <a:pt x="231013" y="167511"/>
                    <a:pt x="259207" y="197610"/>
                    <a:pt x="259207" y="243203"/>
                  </a:cubicBezTo>
                  <a:cubicBezTo>
                    <a:pt x="259207" y="301495"/>
                    <a:pt x="205867" y="344040"/>
                    <a:pt x="127889" y="3440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5761905" y="3509502"/>
            <a:ext cx="81723" cy="59385"/>
            <a:chOff x="0" y="0"/>
            <a:chExt cx="794893" cy="57762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63500" y="63500"/>
              <a:ext cx="295273" cy="450724"/>
            </a:xfrm>
            <a:custGeom>
              <a:avLst/>
              <a:gdLst/>
              <a:ahLst/>
              <a:cxnLst/>
              <a:rect r="r" b="b" t="t" l="l"/>
              <a:pathLst>
                <a:path h="450724" w="295273">
                  <a:moveTo>
                    <a:pt x="140842" y="450597"/>
                  </a:moveTo>
                  <a:cubicBezTo>
                    <a:pt x="57784" y="450597"/>
                    <a:pt x="0" y="383922"/>
                    <a:pt x="0" y="278004"/>
                  </a:cubicBezTo>
                  <a:cubicBezTo>
                    <a:pt x="0" y="172593"/>
                    <a:pt x="58038" y="106553"/>
                    <a:pt x="141096" y="106553"/>
                  </a:cubicBezTo>
                  <a:cubicBezTo>
                    <a:pt x="205992" y="106553"/>
                    <a:pt x="226566" y="146431"/>
                    <a:pt x="237488" y="163957"/>
                  </a:cubicBezTo>
                  <a:lnTo>
                    <a:pt x="241679" y="163957"/>
                  </a:lnTo>
                  <a:lnTo>
                    <a:pt x="241679" y="82169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2"/>
                  </a:lnTo>
                  <a:lnTo>
                    <a:pt x="295273" y="443485"/>
                  </a:lnTo>
                  <a:lnTo>
                    <a:pt x="243457" y="443485"/>
                  </a:lnTo>
                  <a:lnTo>
                    <a:pt x="243457" y="417704"/>
                  </a:lnTo>
                  <a:lnTo>
                    <a:pt x="243457" y="392050"/>
                  </a:lnTo>
                  <a:lnTo>
                    <a:pt x="237488" y="392050"/>
                  </a:lnTo>
                  <a:cubicBezTo>
                    <a:pt x="226439" y="410465"/>
                    <a:pt x="204214" y="450724"/>
                    <a:pt x="140715" y="450724"/>
                  </a:cubicBezTo>
                  <a:close/>
                  <a:moveTo>
                    <a:pt x="148716" y="402845"/>
                  </a:moveTo>
                  <a:cubicBezTo>
                    <a:pt x="209167" y="402845"/>
                    <a:pt x="242187" y="351664"/>
                    <a:pt x="242187" y="277495"/>
                  </a:cubicBezTo>
                  <a:cubicBezTo>
                    <a:pt x="242187" y="203962"/>
                    <a:pt x="210056" y="154559"/>
                    <a:pt x="148716" y="154559"/>
                  </a:cubicBezTo>
                  <a:cubicBezTo>
                    <a:pt x="85597" y="154559"/>
                    <a:pt x="54355" y="208407"/>
                    <a:pt x="54355" y="277495"/>
                  </a:cubicBezTo>
                  <a:cubicBezTo>
                    <a:pt x="54355" y="347473"/>
                    <a:pt x="86486" y="402845"/>
                    <a:pt x="148716" y="4028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436750" y="170053"/>
              <a:ext cx="294638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38">
                  <a:moveTo>
                    <a:pt x="155956" y="344044"/>
                  </a:moveTo>
                  <a:cubicBezTo>
                    <a:pt x="59563" y="344044"/>
                    <a:pt x="0" y="275591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3"/>
                  </a:lnTo>
                  <a:lnTo>
                    <a:pt x="54102" y="188723"/>
                  </a:lnTo>
                  <a:cubicBezTo>
                    <a:pt x="56769" y="258319"/>
                    <a:pt x="97282" y="296419"/>
                    <a:pt x="156210" y="296419"/>
                  </a:cubicBezTo>
                  <a:cubicBezTo>
                    <a:pt x="195452" y="296419"/>
                    <a:pt x="224916" y="279147"/>
                    <a:pt x="237489" y="245238"/>
                  </a:cubicBezTo>
                  <a:lnTo>
                    <a:pt x="289305" y="259462"/>
                  </a:lnTo>
                  <a:cubicBezTo>
                    <a:pt x="273811" y="309754"/>
                    <a:pt x="224154" y="344044"/>
                    <a:pt x="155956" y="344044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3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5746687" y="8254572"/>
            <a:ext cx="95124" cy="59385"/>
            <a:chOff x="0" y="0"/>
            <a:chExt cx="925259" cy="57762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63500" y="63500"/>
              <a:ext cx="295274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4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3" y="106552"/>
                    <a:pt x="226567" y="146430"/>
                    <a:pt x="237489" y="163956"/>
                  </a:cubicBezTo>
                  <a:lnTo>
                    <a:pt x="241680" y="163956"/>
                  </a:lnTo>
                  <a:lnTo>
                    <a:pt x="241680" y="82168"/>
                  </a:lnTo>
                  <a:lnTo>
                    <a:pt x="241680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8" y="443482"/>
                  </a:lnTo>
                  <a:lnTo>
                    <a:pt x="243458" y="417701"/>
                  </a:lnTo>
                  <a:lnTo>
                    <a:pt x="243458" y="392047"/>
                  </a:lnTo>
                  <a:lnTo>
                    <a:pt x="237489" y="392047"/>
                  </a:lnTo>
                  <a:cubicBezTo>
                    <a:pt x="226440" y="410462"/>
                    <a:pt x="204215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8" y="402842"/>
                    <a:pt x="242188" y="351661"/>
                    <a:pt x="242188" y="277494"/>
                  </a:cubicBezTo>
                  <a:cubicBezTo>
                    <a:pt x="242188" y="203961"/>
                    <a:pt x="210057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436751" y="170052"/>
              <a:ext cx="294639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9">
                  <a:moveTo>
                    <a:pt x="155955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09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5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2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808224" y="63500"/>
              <a:ext cx="53594" cy="443482"/>
            </a:xfrm>
            <a:custGeom>
              <a:avLst/>
              <a:gdLst/>
              <a:ahLst/>
              <a:cxnLst/>
              <a:rect r="r" b="b" t="t" l="l"/>
              <a:pathLst>
                <a:path h="443482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2"/>
                  </a:lnTo>
                  <a:lnTo>
                    <a:pt x="0" y="443482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5756206" y="6668181"/>
            <a:ext cx="95124" cy="59385"/>
            <a:chOff x="0" y="0"/>
            <a:chExt cx="925259" cy="577621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63500" y="63500"/>
              <a:ext cx="295274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4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3" y="106552"/>
                    <a:pt x="226567" y="146430"/>
                    <a:pt x="237489" y="163956"/>
                  </a:cubicBezTo>
                  <a:lnTo>
                    <a:pt x="241680" y="163956"/>
                  </a:lnTo>
                  <a:lnTo>
                    <a:pt x="241680" y="82168"/>
                  </a:lnTo>
                  <a:lnTo>
                    <a:pt x="241680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8" y="443482"/>
                  </a:lnTo>
                  <a:lnTo>
                    <a:pt x="243458" y="417701"/>
                  </a:lnTo>
                  <a:lnTo>
                    <a:pt x="243458" y="392047"/>
                  </a:lnTo>
                  <a:lnTo>
                    <a:pt x="237489" y="392047"/>
                  </a:lnTo>
                  <a:cubicBezTo>
                    <a:pt x="226440" y="410462"/>
                    <a:pt x="204215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8" y="402842"/>
                    <a:pt x="242188" y="351661"/>
                    <a:pt x="242188" y="277494"/>
                  </a:cubicBezTo>
                  <a:cubicBezTo>
                    <a:pt x="242188" y="203961"/>
                    <a:pt x="210057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436751" y="170052"/>
              <a:ext cx="294639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9">
                  <a:moveTo>
                    <a:pt x="155955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9" y="43434"/>
                    <a:pt x="294639" y="166370"/>
                  </a:cubicBezTo>
                  <a:lnTo>
                    <a:pt x="294639" y="177546"/>
                  </a:lnTo>
                  <a:lnTo>
                    <a:pt x="294639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09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5" y="259460"/>
                  </a:lnTo>
                  <a:cubicBezTo>
                    <a:pt x="273811" y="309752"/>
                    <a:pt x="224154" y="344042"/>
                    <a:pt x="155955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2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808224" y="63500"/>
              <a:ext cx="53594" cy="443482"/>
            </a:xfrm>
            <a:custGeom>
              <a:avLst/>
              <a:gdLst/>
              <a:ahLst/>
              <a:cxnLst/>
              <a:rect r="r" b="b" t="t" l="l"/>
              <a:pathLst>
                <a:path h="443482" w="53594">
                  <a:moveTo>
                    <a:pt x="53594" y="0"/>
                  </a:moveTo>
                  <a:lnTo>
                    <a:pt x="53594" y="221741"/>
                  </a:lnTo>
                  <a:lnTo>
                    <a:pt x="53594" y="443482"/>
                  </a:lnTo>
                  <a:lnTo>
                    <a:pt x="0" y="443482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5743226" y="6031274"/>
            <a:ext cx="152958" cy="59446"/>
            <a:chOff x="0" y="0"/>
            <a:chExt cx="1487792" cy="57821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63500" y="170053"/>
              <a:ext cx="259206" cy="344043"/>
            </a:xfrm>
            <a:custGeom>
              <a:avLst/>
              <a:gdLst/>
              <a:ahLst/>
              <a:cxnLst/>
              <a:rect r="r" b="b" t="t" l="l"/>
              <a:pathLst>
                <a:path h="344043" w="259206">
                  <a:moveTo>
                    <a:pt x="128015" y="344042"/>
                  </a:moveTo>
                  <a:cubicBezTo>
                    <a:pt x="59563" y="344042"/>
                    <a:pt x="11938" y="313689"/>
                    <a:pt x="0" y="256286"/>
                  </a:cubicBezTo>
                  <a:lnTo>
                    <a:pt x="50927" y="244094"/>
                  </a:lnTo>
                  <a:cubicBezTo>
                    <a:pt x="60452" y="280669"/>
                    <a:pt x="87503" y="297052"/>
                    <a:pt x="127380" y="297052"/>
                  </a:cubicBezTo>
                  <a:cubicBezTo>
                    <a:pt x="173862" y="297052"/>
                    <a:pt x="203580" y="274192"/>
                    <a:pt x="203580" y="246761"/>
                  </a:cubicBezTo>
                  <a:cubicBezTo>
                    <a:pt x="203580" y="223901"/>
                    <a:pt x="187451" y="208661"/>
                    <a:pt x="154812" y="200914"/>
                  </a:cubicBezTo>
                  <a:lnTo>
                    <a:pt x="99440" y="187833"/>
                  </a:lnTo>
                  <a:cubicBezTo>
                    <a:pt x="38989" y="173482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49" y="0"/>
                  </a:cubicBezTo>
                  <a:cubicBezTo>
                    <a:pt x="201802" y="0"/>
                    <a:pt x="237870" y="33274"/>
                    <a:pt x="252983" y="80010"/>
                  </a:cubicBezTo>
                  <a:lnTo>
                    <a:pt x="204469" y="92456"/>
                  </a:lnTo>
                  <a:cubicBezTo>
                    <a:pt x="195198" y="68707"/>
                    <a:pt x="176529" y="45466"/>
                    <a:pt x="133603" y="45466"/>
                  </a:cubicBezTo>
                  <a:cubicBezTo>
                    <a:pt x="93979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8" y="141351"/>
                  </a:cubicBezTo>
                  <a:lnTo>
                    <a:pt x="170560" y="153289"/>
                  </a:lnTo>
                  <a:cubicBezTo>
                    <a:pt x="231012" y="167513"/>
                    <a:pt x="259206" y="197612"/>
                    <a:pt x="259206" y="243205"/>
                  </a:cubicBezTo>
                  <a:cubicBezTo>
                    <a:pt x="259206" y="301497"/>
                    <a:pt x="205866" y="344042"/>
                    <a:pt x="127888" y="3440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384047" y="170053"/>
              <a:ext cx="303656" cy="344043"/>
            </a:xfrm>
            <a:custGeom>
              <a:avLst/>
              <a:gdLst/>
              <a:ahLst/>
              <a:cxnLst/>
              <a:rect r="r" b="b" t="t" l="l"/>
              <a:pathLst>
                <a:path h="344043" w="303656">
                  <a:moveTo>
                    <a:pt x="151510" y="344042"/>
                  </a:moveTo>
                  <a:cubicBezTo>
                    <a:pt x="61087" y="344042"/>
                    <a:pt x="0" y="275335"/>
                    <a:pt x="0" y="172593"/>
                  </a:cubicBezTo>
                  <a:cubicBezTo>
                    <a:pt x="0" y="68453"/>
                    <a:pt x="60960" y="0"/>
                    <a:pt x="151510" y="0"/>
                  </a:cubicBezTo>
                  <a:cubicBezTo>
                    <a:pt x="242315" y="0"/>
                    <a:pt x="303656" y="68453"/>
                    <a:pt x="303656" y="172593"/>
                  </a:cubicBezTo>
                  <a:cubicBezTo>
                    <a:pt x="303656" y="275335"/>
                    <a:pt x="242315" y="344042"/>
                    <a:pt x="151510" y="344042"/>
                  </a:cubicBezTo>
                  <a:close/>
                  <a:moveTo>
                    <a:pt x="151510" y="296163"/>
                  </a:moveTo>
                  <a:cubicBezTo>
                    <a:pt x="218820" y="296163"/>
                    <a:pt x="249427" y="238125"/>
                    <a:pt x="249427" y="172593"/>
                  </a:cubicBezTo>
                  <a:cubicBezTo>
                    <a:pt x="249427" y="106553"/>
                    <a:pt x="218820" y="47879"/>
                    <a:pt x="151510" y="47879"/>
                  </a:cubicBezTo>
                  <a:cubicBezTo>
                    <a:pt x="85089" y="47879"/>
                    <a:pt x="54483" y="106172"/>
                    <a:pt x="54483" y="172593"/>
                  </a:cubicBezTo>
                  <a:cubicBezTo>
                    <a:pt x="54483" y="238125"/>
                    <a:pt x="85089" y="296163"/>
                    <a:pt x="151510" y="29616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765680" y="63500"/>
              <a:ext cx="53467" cy="443483"/>
            </a:xfrm>
            <a:custGeom>
              <a:avLst/>
              <a:gdLst/>
              <a:ahLst/>
              <a:cxnLst/>
              <a:rect r="r" b="b" t="t" l="l"/>
              <a:pathLst>
                <a:path h="443483" w="53467">
                  <a:moveTo>
                    <a:pt x="53467" y="0"/>
                  </a:moveTo>
                  <a:lnTo>
                    <a:pt x="53467" y="221742"/>
                  </a:lnTo>
                  <a:lnTo>
                    <a:pt x="53467" y="443483"/>
                  </a:lnTo>
                  <a:lnTo>
                    <a:pt x="0" y="443483"/>
                  </a:lnTo>
                  <a:lnTo>
                    <a:pt x="0" y="221742"/>
                  </a:lnTo>
                  <a:lnTo>
                    <a:pt x="0" y="0"/>
                  </a:lnTo>
                  <a:lnTo>
                    <a:pt x="5346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5" id="155"/>
            <p:cNvSpPr/>
            <p:nvPr/>
          </p:nvSpPr>
          <p:spPr>
            <a:xfrm flipH="false" flipV="false" rot="0">
              <a:off x="893061" y="170053"/>
              <a:ext cx="268477" cy="344678"/>
            </a:xfrm>
            <a:custGeom>
              <a:avLst/>
              <a:gdLst/>
              <a:ahLst/>
              <a:cxnLst/>
              <a:rect r="r" b="b" t="t" l="l"/>
              <a:pathLst>
                <a:path h="344678" w="268477">
                  <a:moveTo>
                    <a:pt x="113411" y="344677"/>
                  </a:moveTo>
                  <a:cubicBezTo>
                    <a:pt x="50292" y="344677"/>
                    <a:pt x="0" y="307720"/>
                    <a:pt x="0" y="242315"/>
                  </a:cubicBezTo>
                  <a:cubicBezTo>
                    <a:pt x="0" y="166116"/>
                    <a:pt x="67818" y="152146"/>
                    <a:pt x="129413" y="144399"/>
                  </a:cubicBezTo>
                  <a:cubicBezTo>
                    <a:pt x="189483" y="136398"/>
                    <a:pt x="214883" y="139573"/>
                    <a:pt x="214883" y="112268"/>
                  </a:cubicBezTo>
                  <a:cubicBezTo>
                    <a:pt x="214883" y="70866"/>
                    <a:pt x="191388" y="47117"/>
                    <a:pt x="145288" y="47117"/>
                  </a:cubicBezTo>
                  <a:cubicBezTo>
                    <a:pt x="97409" y="47117"/>
                    <a:pt x="71501" y="72771"/>
                    <a:pt x="61087" y="95885"/>
                  </a:cubicBezTo>
                  <a:lnTo>
                    <a:pt x="9525" y="78867"/>
                  </a:lnTo>
                  <a:cubicBezTo>
                    <a:pt x="35179" y="18415"/>
                    <a:pt x="92329" y="0"/>
                    <a:pt x="143764" y="0"/>
                  </a:cubicBezTo>
                  <a:cubicBezTo>
                    <a:pt x="188467" y="0"/>
                    <a:pt x="268477" y="13716"/>
                    <a:pt x="268477" y="117602"/>
                  </a:cubicBezTo>
                  <a:lnTo>
                    <a:pt x="268477" y="227330"/>
                  </a:lnTo>
                  <a:lnTo>
                    <a:pt x="268477" y="337057"/>
                  </a:lnTo>
                  <a:lnTo>
                    <a:pt x="215772" y="337057"/>
                  </a:lnTo>
                  <a:lnTo>
                    <a:pt x="215772" y="314324"/>
                  </a:lnTo>
                  <a:lnTo>
                    <a:pt x="215772" y="291718"/>
                  </a:lnTo>
                  <a:lnTo>
                    <a:pt x="212216" y="291718"/>
                  </a:lnTo>
                  <a:cubicBezTo>
                    <a:pt x="200913" y="315213"/>
                    <a:pt x="169672" y="344677"/>
                    <a:pt x="113411" y="344677"/>
                  </a:cubicBezTo>
                  <a:close/>
                  <a:moveTo>
                    <a:pt x="122682" y="297306"/>
                  </a:moveTo>
                  <a:cubicBezTo>
                    <a:pt x="181864" y="297306"/>
                    <a:pt x="215010" y="257429"/>
                    <a:pt x="215010" y="216662"/>
                  </a:cubicBezTo>
                  <a:lnTo>
                    <a:pt x="215010" y="193675"/>
                  </a:lnTo>
                  <a:lnTo>
                    <a:pt x="215010" y="170561"/>
                  </a:lnTo>
                  <a:cubicBezTo>
                    <a:pt x="206120" y="180975"/>
                    <a:pt x="147701" y="186944"/>
                    <a:pt x="127254" y="189611"/>
                  </a:cubicBezTo>
                  <a:cubicBezTo>
                    <a:pt x="88265" y="194691"/>
                    <a:pt x="53975" y="207137"/>
                    <a:pt x="53975" y="244983"/>
                  </a:cubicBezTo>
                  <a:cubicBezTo>
                    <a:pt x="53975" y="279526"/>
                    <a:pt x="82804" y="297306"/>
                    <a:pt x="122682" y="29730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1255518" y="169545"/>
              <a:ext cx="168782" cy="337439"/>
            </a:xfrm>
            <a:custGeom>
              <a:avLst/>
              <a:gdLst/>
              <a:ahLst/>
              <a:cxnLst/>
              <a:rect r="r" b="b" t="t" l="l"/>
              <a:pathLst>
                <a:path h="337439" w="168782">
                  <a:moveTo>
                    <a:pt x="0" y="337438"/>
                  </a:moveTo>
                  <a:lnTo>
                    <a:pt x="0" y="171069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8" y="0"/>
                    <a:pt x="162559" y="635"/>
                    <a:pt x="168782" y="889"/>
                  </a:cubicBezTo>
                  <a:lnTo>
                    <a:pt x="168782" y="27940"/>
                  </a:lnTo>
                  <a:lnTo>
                    <a:pt x="168782" y="54737"/>
                  </a:lnTo>
                  <a:cubicBezTo>
                    <a:pt x="165480" y="54102"/>
                    <a:pt x="150875" y="51816"/>
                    <a:pt x="136651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299"/>
                  </a:lnTo>
                  <a:lnTo>
                    <a:pt x="53594" y="337438"/>
                  </a:lnTo>
                  <a:lnTo>
                    <a:pt x="0" y="33743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5542351" y="6298330"/>
            <a:ext cx="368963" cy="68197"/>
            <a:chOff x="0" y="0"/>
            <a:chExt cx="3588817" cy="66333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63500" y="63499"/>
              <a:ext cx="181356" cy="415921"/>
            </a:xfrm>
            <a:custGeom>
              <a:avLst/>
              <a:gdLst/>
              <a:ahLst/>
              <a:cxnLst/>
              <a:rect r="r" b="b" t="t" l="l"/>
              <a:pathLst>
                <a:path h="415921" w="181356">
                  <a:moveTo>
                    <a:pt x="172085" y="79121"/>
                  </a:moveTo>
                  <a:lnTo>
                    <a:pt x="172085" y="101981"/>
                  </a:lnTo>
                  <a:lnTo>
                    <a:pt x="172085" y="124840"/>
                  </a:lnTo>
                  <a:lnTo>
                    <a:pt x="103632" y="124840"/>
                  </a:lnTo>
                  <a:lnTo>
                    <a:pt x="103632" y="225170"/>
                  </a:lnTo>
                  <a:lnTo>
                    <a:pt x="103632" y="325499"/>
                  </a:lnTo>
                  <a:cubicBezTo>
                    <a:pt x="103632" y="355216"/>
                    <a:pt x="114681" y="368297"/>
                    <a:pt x="142875" y="368297"/>
                  </a:cubicBezTo>
                  <a:cubicBezTo>
                    <a:pt x="149733" y="368297"/>
                    <a:pt x="161290" y="366519"/>
                    <a:pt x="170307" y="364741"/>
                  </a:cubicBezTo>
                  <a:lnTo>
                    <a:pt x="181356" y="409953"/>
                  </a:lnTo>
                  <a:cubicBezTo>
                    <a:pt x="170307" y="413763"/>
                    <a:pt x="155194" y="415922"/>
                    <a:pt x="141478" y="415922"/>
                  </a:cubicBezTo>
                  <a:cubicBezTo>
                    <a:pt x="84074" y="415922"/>
                    <a:pt x="50165" y="384045"/>
                    <a:pt x="50165" y="329563"/>
                  </a:cubicBezTo>
                  <a:lnTo>
                    <a:pt x="50165" y="227456"/>
                  </a:lnTo>
                  <a:lnTo>
                    <a:pt x="50165" y="124967"/>
                  </a:lnTo>
                  <a:lnTo>
                    <a:pt x="0" y="124967"/>
                  </a:lnTo>
                  <a:lnTo>
                    <a:pt x="0" y="102108"/>
                  </a:lnTo>
                  <a:lnTo>
                    <a:pt x="0" y="79248"/>
                  </a:lnTo>
                  <a:lnTo>
                    <a:pt x="50038" y="79248"/>
                  </a:lnTo>
                  <a:lnTo>
                    <a:pt x="50038" y="39624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8"/>
                  </a:lnTo>
                  <a:lnTo>
                    <a:pt x="172085" y="792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281940" y="13855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0" y="296415"/>
                    <a:pt x="225044" y="279143"/>
                    <a:pt x="237617" y="245235"/>
                  </a:cubicBezTo>
                  <a:lnTo>
                    <a:pt x="289433" y="259459"/>
                  </a:lnTo>
                  <a:cubicBezTo>
                    <a:pt x="273812" y="309750"/>
                    <a:pt x="224155" y="344040"/>
                    <a:pt x="155956" y="344040"/>
                  </a:cubicBezTo>
                  <a:close/>
                  <a:moveTo>
                    <a:pt x="54483" y="143382"/>
                  </a:moveTo>
                  <a:lnTo>
                    <a:pt x="240157" y="143382"/>
                  </a:lnTo>
                  <a:cubicBezTo>
                    <a:pt x="235077" y="86867"/>
                    <a:pt x="204470" y="47497"/>
                    <a:pt x="149733" y="47497"/>
                  </a:cubicBezTo>
                  <a:cubicBezTo>
                    <a:pt x="92583" y="47497"/>
                    <a:pt x="57785" y="92455"/>
                    <a:pt x="54483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653415" y="136651"/>
              <a:ext cx="439928" cy="338833"/>
            </a:xfrm>
            <a:custGeom>
              <a:avLst/>
              <a:gdLst/>
              <a:ahLst/>
              <a:cxnLst/>
              <a:rect r="r" b="b" t="t" l="l"/>
              <a:pathLst>
                <a:path h="338833" w="439928">
                  <a:moveTo>
                    <a:pt x="0" y="338833"/>
                  </a:moveTo>
                  <a:lnTo>
                    <a:pt x="0" y="172337"/>
                  </a:lnTo>
                  <a:lnTo>
                    <a:pt x="0" y="5969"/>
                  </a:lnTo>
                  <a:lnTo>
                    <a:pt x="52070" y="5969"/>
                  </a:lnTo>
                  <a:lnTo>
                    <a:pt x="52324" y="66928"/>
                  </a:lnTo>
                  <a:cubicBezTo>
                    <a:pt x="68707" y="21971"/>
                    <a:pt x="106172" y="0"/>
                    <a:pt x="145542" y="0"/>
                  </a:cubicBezTo>
                  <a:cubicBezTo>
                    <a:pt x="189357" y="0"/>
                    <a:pt x="218440" y="26797"/>
                    <a:pt x="230378" y="67817"/>
                  </a:cubicBezTo>
                  <a:cubicBezTo>
                    <a:pt x="246126" y="25908"/>
                    <a:pt x="286893" y="0"/>
                    <a:pt x="335153" y="0"/>
                  </a:cubicBezTo>
                  <a:cubicBezTo>
                    <a:pt x="392938" y="0"/>
                    <a:pt x="439928" y="37211"/>
                    <a:pt x="439928" y="114299"/>
                  </a:cubicBezTo>
                  <a:lnTo>
                    <a:pt x="439928" y="226566"/>
                  </a:lnTo>
                  <a:lnTo>
                    <a:pt x="439928" y="338833"/>
                  </a:lnTo>
                  <a:lnTo>
                    <a:pt x="386079" y="338833"/>
                  </a:lnTo>
                  <a:lnTo>
                    <a:pt x="386079" y="227328"/>
                  </a:lnTo>
                  <a:lnTo>
                    <a:pt x="386079" y="115823"/>
                  </a:lnTo>
                  <a:cubicBezTo>
                    <a:pt x="386079" y="67944"/>
                    <a:pt x="354838" y="48894"/>
                    <a:pt x="319151" y="48894"/>
                  </a:cubicBezTo>
                  <a:cubicBezTo>
                    <a:pt x="274193" y="48894"/>
                    <a:pt x="246888" y="79501"/>
                    <a:pt x="246888" y="121538"/>
                  </a:cubicBezTo>
                  <a:lnTo>
                    <a:pt x="246888" y="230122"/>
                  </a:lnTo>
                  <a:lnTo>
                    <a:pt x="246888" y="338706"/>
                  </a:lnTo>
                  <a:lnTo>
                    <a:pt x="193167" y="338706"/>
                  </a:lnTo>
                  <a:lnTo>
                    <a:pt x="193167" y="224661"/>
                  </a:lnTo>
                  <a:lnTo>
                    <a:pt x="193167" y="110489"/>
                  </a:lnTo>
                  <a:cubicBezTo>
                    <a:pt x="193167" y="73532"/>
                    <a:pt x="165481" y="48894"/>
                    <a:pt x="128016" y="48894"/>
                  </a:cubicBezTo>
                  <a:cubicBezTo>
                    <a:pt x="89027" y="48894"/>
                    <a:pt x="53594" y="76326"/>
                    <a:pt x="53594" y="129285"/>
                  </a:cubicBezTo>
                  <a:lnTo>
                    <a:pt x="53594" y="234059"/>
                  </a:lnTo>
                  <a:lnTo>
                    <a:pt x="53594" y="338833"/>
                  </a:lnTo>
                  <a:lnTo>
                    <a:pt x="0" y="3388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1" id="161"/>
            <p:cNvSpPr/>
            <p:nvPr/>
          </p:nvSpPr>
          <p:spPr>
            <a:xfrm flipH="false" flipV="false" rot="0">
              <a:off x="1187322" y="138556"/>
              <a:ext cx="295275" cy="461387"/>
            </a:xfrm>
            <a:custGeom>
              <a:avLst/>
              <a:gdLst/>
              <a:ahLst/>
              <a:cxnLst/>
              <a:rect r="r" b="b" t="t" l="l"/>
              <a:pathLst>
                <a:path h="461387" w="295275">
                  <a:moveTo>
                    <a:pt x="0" y="461260"/>
                  </a:moveTo>
                  <a:lnTo>
                    <a:pt x="0" y="232662"/>
                  </a:lnTo>
                  <a:lnTo>
                    <a:pt x="0" y="4064"/>
                  </a:lnTo>
                  <a:lnTo>
                    <a:pt x="51816" y="4064"/>
                  </a:lnTo>
                  <a:lnTo>
                    <a:pt x="51816" y="30861"/>
                  </a:lnTo>
                  <a:lnTo>
                    <a:pt x="51816" y="57403"/>
                  </a:lnTo>
                  <a:lnTo>
                    <a:pt x="57785" y="57403"/>
                  </a:lnTo>
                  <a:cubicBezTo>
                    <a:pt x="68834" y="39877"/>
                    <a:pt x="89281" y="0"/>
                    <a:pt x="154178" y="0"/>
                  </a:cubicBezTo>
                  <a:cubicBezTo>
                    <a:pt x="237236" y="0"/>
                    <a:pt x="295275" y="66039"/>
                    <a:pt x="295275" y="171448"/>
                  </a:cubicBezTo>
                  <a:cubicBezTo>
                    <a:pt x="295275" y="277365"/>
                    <a:pt x="237490" y="344040"/>
                    <a:pt x="154432" y="344040"/>
                  </a:cubicBezTo>
                  <a:cubicBezTo>
                    <a:pt x="91059" y="344040"/>
                    <a:pt x="68707" y="303908"/>
                    <a:pt x="57658" y="285366"/>
                  </a:cubicBezTo>
                  <a:lnTo>
                    <a:pt x="53467" y="285366"/>
                  </a:lnTo>
                  <a:lnTo>
                    <a:pt x="53467" y="373377"/>
                  </a:lnTo>
                  <a:lnTo>
                    <a:pt x="53467" y="461387"/>
                  </a:lnTo>
                  <a:lnTo>
                    <a:pt x="0" y="461387"/>
                  </a:lnTo>
                  <a:close/>
                  <a:moveTo>
                    <a:pt x="146431" y="296161"/>
                  </a:moveTo>
                  <a:cubicBezTo>
                    <a:pt x="208661" y="296161"/>
                    <a:pt x="240792" y="240790"/>
                    <a:pt x="240792" y="170813"/>
                  </a:cubicBezTo>
                  <a:cubicBezTo>
                    <a:pt x="240792" y="101726"/>
                    <a:pt x="209550" y="47878"/>
                    <a:pt x="146431" y="47878"/>
                  </a:cubicBezTo>
                  <a:cubicBezTo>
                    <a:pt x="85090" y="47878"/>
                    <a:pt x="52959" y="97281"/>
                    <a:pt x="52959" y="170813"/>
                  </a:cubicBezTo>
                  <a:cubicBezTo>
                    <a:pt x="52959" y="244981"/>
                    <a:pt x="85979" y="296161"/>
                    <a:pt x="146431" y="2961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1544573" y="138556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6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9"/>
                  </a:lnTo>
                  <a:cubicBezTo>
                    <a:pt x="273812" y="309750"/>
                    <a:pt x="224028" y="344040"/>
                    <a:pt x="155956" y="344040"/>
                  </a:cubicBezTo>
                  <a:close/>
                  <a:moveTo>
                    <a:pt x="54483" y="143382"/>
                  </a:moveTo>
                  <a:lnTo>
                    <a:pt x="240157" y="143382"/>
                  </a:lnTo>
                  <a:cubicBezTo>
                    <a:pt x="235077" y="86867"/>
                    <a:pt x="204470" y="47497"/>
                    <a:pt x="149733" y="47497"/>
                  </a:cubicBezTo>
                  <a:cubicBezTo>
                    <a:pt x="92583" y="47497"/>
                    <a:pt x="57785" y="92455"/>
                    <a:pt x="54483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1916048" y="137921"/>
              <a:ext cx="168783" cy="337563"/>
            </a:xfrm>
            <a:custGeom>
              <a:avLst/>
              <a:gdLst/>
              <a:ahLst/>
              <a:cxnLst/>
              <a:rect r="r" b="b" t="t" l="l"/>
              <a:pathLst>
                <a:path h="337563" w="168783">
                  <a:moveTo>
                    <a:pt x="0" y="337563"/>
                  </a:moveTo>
                  <a:lnTo>
                    <a:pt x="0" y="171067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6"/>
                  </a:lnTo>
                  <a:lnTo>
                    <a:pt x="55372" y="56006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6"/>
                  </a:lnTo>
                  <a:cubicBezTo>
                    <a:pt x="165481" y="54101"/>
                    <a:pt x="150876" y="51815"/>
                    <a:pt x="136652" y="51815"/>
                  </a:cubicBezTo>
                  <a:cubicBezTo>
                    <a:pt x="88773" y="51815"/>
                    <a:pt x="53594" y="84200"/>
                    <a:pt x="53594" y="129158"/>
                  </a:cubicBezTo>
                  <a:lnTo>
                    <a:pt x="53594" y="233297"/>
                  </a:lnTo>
                  <a:lnTo>
                    <a:pt x="53594" y="337436"/>
                  </a:lnTo>
                  <a:lnTo>
                    <a:pt x="0" y="3374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2125217" y="138429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5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900" y="337055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8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7"/>
                    <a:pt x="215138" y="216660"/>
                  </a:cubicBezTo>
                  <a:lnTo>
                    <a:pt x="215138" y="193673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2446781" y="63499"/>
              <a:ext cx="181229" cy="415921"/>
            </a:xfrm>
            <a:custGeom>
              <a:avLst/>
              <a:gdLst/>
              <a:ahLst/>
              <a:cxnLst/>
              <a:rect r="r" b="b" t="t" l="l"/>
              <a:pathLst>
                <a:path h="415921" w="181229">
                  <a:moveTo>
                    <a:pt x="171958" y="79121"/>
                  </a:moveTo>
                  <a:lnTo>
                    <a:pt x="171958" y="101981"/>
                  </a:lnTo>
                  <a:lnTo>
                    <a:pt x="171958" y="124840"/>
                  </a:lnTo>
                  <a:lnTo>
                    <a:pt x="103505" y="124840"/>
                  </a:lnTo>
                  <a:lnTo>
                    <a:pt x="103505" y="225170"/>
                  </a:lnTo>
                  <a:lnTo>
                    <a:pt x="103505" y="325499"/>
                  </a:lnTo>
                  <a:cubicBezTo>
                    <a:pt x="103505" y="355216"/>
                    <a:pt x="114554" y="368297"/>
                    <a:pt x="142748" y="368297"/>
                  </a:cubicBezTo>
                  <a:cubicBezTo>
                    <a:pt x="149606" y="368297"/>
                    <a:pt x="161163" y="366519"/>
                    <a:pt x="170180" y="364741"/>
                  </a:cubicBezTo>
                  <a:lnTo>
                    <a:pt x="181229" y="409953"/>
                  </a:lnTo>
                  <a:cubicBezTo>
                    <a:pt x="170180" y="413763"/>
                    <a:pt x="155067" y="415922"/>
                    <a:pt x="141351" y="415922"/>
                  </a:cubicBezTo>
                  <a:cubicBezTo>
                    <a:pt x="83947" y="415922"/>
                    <a:pt x="50038" y="384045"/>
                    <a:pt x="50038" y="329563"/>
                  </a:cubicBezTo>
                  <a:lnTo>
                    <a:pt x="50038" y="227456"/>
                  </a:lnTo>
                  <a:lnTo>
                    <a:pt x="50038" y="124967"/>
                  </a:lnTo>
                  <a:lnTo>
                    <a:pt x="0" y="124967"/>
                  </a:lnTo>
                  <a:lnTo>
                    <a:pt x="0" y="102108"/>
                  </a:lnTo>
                  <a:lnTo>
                    <a:pt x="0" y="79248"/>
                  </a:lnTo>
                  <a:lnTo>
                    <a:pt x="50038" y="79248"/>
                  </a:lnTo>
                  <a:lnTo>
                    <a:pt x="50038" y="39624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8"/>
                  </a:lnTo>
                  <a:lnTo>
                    <a:pt x="172085" y="792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2687192" y="142620"/>
              <a:ext cx="266446" cy="337055"/>
            </a:xfrm>
            <a:custGeom>
              <a:avLst/>
              <a:gdLst/>
              <a:ahLst/>
              <a:cxnLst/>
              <a:rect r="r" b="b" t="t" l="l"/>
              <a:pathLst>
                <a:path h="337055" w="266446">
                  <a:moveTo>
                    <a:pt x="112776" y="336928"/>
                  </a:moveTo>
                  <a:cubicBezTo>
                    <a:pt x="45466" y="336928"/>
                    <a:pt x="0" y="295526"/>
                    <a:pt x="0" y="211326"/>
                  </a:cubicBezTo>
                  <a:lnTo>
                    <a:pt x="0" y="105663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103377"/>
                  </a:lnTo>
                  <a:lnTo>
                    <a:pt x="53594" y="206754"/>
                  </a:lnTo>
                  <a:cubicBezTo>
                    <a:pt x="53594" y="257935"/>
                    <a:pt x="82423" y="288541"/>
                    <a:pt x="128905" y="288541"/>
                  </a:cubicBezTo>
                  <a:cubicBezTo>
                    <a:pt x="176530" y="288541"/>
                    <a:pt x="212598" y="256157"/>
                    <a:pt x="212598" y="199261"/>
                  </a:cubicBezTo>
                  <a:lnTo>
                    <a:pt x="212598" y="99694"/>
                  </a:lnTo>
                  <a:lnTo>
                    <a:pt x="212598" y="0"/>
                  </a:lnTo>
                  <a:lnTo>
                    <a:pt x="266446" y="0"/>
                  </a:lnTo>
                  <a:lnTo>
                    <a:pt x="266446" y="166368"/>
                  </a:lnTo>
                  <a:lnTo>
                    <a:pt x="266446" y="332737"/>
                  </a:lnTo>
                  <a:lnTo>
                    <a:pt x="214630" y="332737"/>
                  </a:lnTo>
                  <a:lnTo>
                    <a:pt x="214630" y="301749"/>
                  </a:lnTo>
                  <a:lnTo>
                    <a:pt x="214630" y="270634"/>
                  </a:lnTo>
                  <a:cubicBezTo>
                    <a:pt x="192913" y="319148"/>
                    <a:pt x="156591" y="337055"/>
                    <a:pt x="112776" y="33705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7" id="167"/>
            <p:cNvSpPr/>
            <p:nvPr/>
          </p:nvSpPr>
          <p:spPr>
            <a:xfrm flipH="false" flipV="false" rot="0">
              <a:off x="3047617" y="137921"/>
              <a:ext cx="168783" cy="337563"/>
            </a:xfrm>
            <a:custGeom>
              <a:avLst/>
              <a:gdLst/>
              <a:ahLst/>
              <a:cxnLst/>
              <a:rect r="r" b="b" t="t" l="l"/>
              <a:pathLst>
                <a:path h="337563" w="168783">
                  <a:moveTo>
                    <a:pt x="0" y="337563"/>
                  </a:moveTo>
                  <a:lnTo>
                    <a:pt x="0" y="171067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6"/>
                  </a:lnTo>
                  <a:lnTo>
                    <a:pt x="55372" y="56006"/>
                  </a:lnTo>
                  <a:cubicBezTo>
                    <a:pt x="67565" y="22352"/>
                    <a:pt x="102108" y="0"/>
                    <a:pt x="141733" y="0"/>
                  </a:cubicBezTo>
                  <a:cubicBezTo>
                    <a:pt x="149480" y="0"/>
                    <a:pt x="162561" y="635"/>
                    <a:pt x="168783" y="889"/>
                  </a:cubicBezTo>
                  <a:lnTo>
                    <a:pt x="168783" y="27940"/>
                  </a:lnTo>
                  <a:lnTo>
                    <a:pt x="168783" y="54736"/>
                  </a:lnTo>
                  <a:cubicBezTo>
                    <a:pt x="165481" y="54101"/>
                    <a:pt x="150877" y="51815"/>
                    <a:pt x="136652" y="51815"/>
                  </a:cubicBezTo>
                  <a:cubicBezTo>
                    <a:pt x="88774" y="51815"/>
                    <a:pt x="53594" y="84200"/>
                    <a:pt x="53594" y="129158"/>
                  </a:cubicBezTo>
                  <a:lnTo>
                    <a:pt x="53594" y="233297"/>
                  </a:lnTo>
                  <a:lnTo>
                    <a:pt x="53594" y="337436"/>
                  </a:lnTo>
                  <a:lnTo>
                    <a:pt x="0" y="3374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3256786" y="138429"/>
              <a:ext cx="268605" cy="344675"/>
            </a:xfrm>
            <a:custGeom>
              <a:avLst/>
              <a:gdLst/>
              <a:ahLst/>
              <a:cxnLst/>
              <a:rect r="r" b="b" t="t" l="l"/>
              <a:pathLst>
                <a:path h="344675" w="268605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5"/>
                    <a:pt x="129414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90" y="47116"/>
                    <a:pt x="145289" y="47116"/>
                  </a:cubicBezTo>
                  <a:cubicBezTo>
                    <a:pt x="97409" y="47116"/>
                    <a:pt x="71502" y="72770"/>
                    <a:pt x="61087" y="95884"/>
                  </a:cubicBezTo>
                  <a:lnTo>
                    <a:pt x="9652" y="78866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6" y="0"/>
                    <a:pt x="268605" y="13716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900" y="337055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5"/>
                    <a:pt x="113539" y="344675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9" y="257427"/>
                    <a:pt x="215139" y="216660"/>
                  </a:cubicBezTo>
                  <a:lnTo>
                    <a:pt x="215139" y="193673"/>
                  </a:lnTo>
                  <a:lnTo>
                    <a:pt x="215139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1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5726774" y="5966316"/>
            <a:ext cx="209231" cy="48491"/>
            <a:chOff x="0" y="0"/>
            <a:chExt cx="2035150" cy="471665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63500" y="64135"/>
              <a:ext cx="259207" cy="344044"/>
            </a:xfrm>
            <a:custGeom>
              <a:avLst/>
              <a:gdLst/>
              <a:ahLst/>
              <a:cxnLst/>
              <a:rect r="r" b="b" t="t" l="l"/>
              <a:pathLst>
                <a:path h="344044" w="259207">
                  <a:moveTo>
                    <a:pt x="128016" y="344044"/>
                  </a:moveTo>
                  <a:cubicBezTo>
                    <a:pt x="59563" y="344044"/>
                    <a:pt x="11938" y="313691"/>
                    <a:pt x="0" y="256287"/>
                  </a:cubicBezTo>
                  <a:lnTo>
                    <a:pt x="50927" y="244095"/>
                  </a:lnTo>
                  <a:cubicBezTo>
                    <a:pt x="60452" y="280671"/>
                    <a:pt x="87503" y="297054"/>
                    <a:pt x="127381" y="297054"/>
                  </a:cubicBezTo>
                  <a:cubicBezTo>
                    <a:pt x="173863" y="297054"/>
                    <a:pt x="203581" y="274194"/>
                    <a:pt x="203581" y="246762"/>
                  </a:cubicBezTo>
                  <a:cubicBezTo>
                    <a:pt x="203581" y="223902"/>
                    <a:pt x="187452" y="208662"/>
                    <a:pt x="154813" y="200915"/>
                  </a:cubicBezTo>
                  <a:lnTo>
                    <a:pt x="99441" y="187834"/>
                  </a:lnTo>
                  <a:cubicBezTo>
                    <a:pt x="38989" y="173483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50" y="0"/>
                  </a:cubicBezTo>
                  <a:cubicBezTo>
                    <a:pt x="201803" y="0"/>
                    <a:pt x="237871" y="33274"/>
                    <a:pt x="252984" y="80010"/>
                  </a:cubicBezTo>
                  <a:lnTo>
                    <a:pt x="204470" y="92456"/>
                  </a:lnTo>
                  <a:cubicBezTo>
                    <a:pt x="195199" y="68707"/>
                    <a:pt x="176530" y="45466"/>
                    <a:pt x="133604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9" y="141351"/>
                  </a:cubicBezTo>
                  <a:lnTo>
                    <a:pt x="170561" y="153289"/>
                  </a:lnTo>
                  <a:cubicBezTo>
                    <a:pt x="231013" y="167514"/>
                    <a:pt x="259207" y="197613"/>
                    <a:pt x="259207" y="243206"/>
                  </a:cubicBezTo>
                  <a:cubicBezTo>
                    <a:pt x="259207" y="301499"/>
                    <a:pt x="205867" y="344044"/>
                    <a:pt x="127889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384048" y="64135"/>
              <a:ext cx="294640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40">
                  <a:moveTo>
                    <a:pt x="155955" y="344044"/>
                  </a:moveTo>
                  <a:cubicBezTo>
                    <a:pt x="59562" y="344044"/>
                    <a:pt x="0" y="275591"/>
                    <a:pt x="0" y="173229"/>
                  </a:cubicBezTo>
                  <a:cubicBezTo>
                    <a:pt x="0" y="71120"/>
                    <a:pt x="58927" y="0"/>
                    <a:pt x="149732" y="0"/>
                  </a:cubicBezTo>
                  <a:cubicBezTo>
                    <a:pt x="220217" y="0"/>
                    <a:pt x="294639" y="43434"/>
                    <a:pt x="294639" y="166371"/>
                  </a:cubicBezTo>
                  <a:lnTo>
                    <a:pt x="294639" y="177547"/>
                  </a:lnTo>
                  <a:lnTo>
                    <a:pt x="294639" y="188723"/>
                  </a:lnTo>
                  <a:lnTo>
                    <a:pt x="54228" y="188723"/>
                  </a:lnTo>
                  <a:cubicBezTo>
                    <a:pt x="56895" y="258319"/>
                    <a:pt x="97408" y="296419"/>
                    <a:pt x="156336" y="296419"/>
                  </a:cubicBezTo>
                  <a:cubicBezTo>
                    <a:pt x="195579" y="296419"/>
                    <a:pt x="225043" y="279147"/>
                    <a:pt x="237616" y="245238"/>
                  </a:cubicBezTo>
                  <a:lnTo>
                    <a:pt x="289432" y="259462"/>
                  </a:lnTo>
                  <a:cubicBezTo>
                    <a:pt x="273938" y="309754"/>
                    <a:pt x="224281" y="344044"/>
                    <a:pt x="156082" y="344044"/>
                  </a:cubicBezTo>
                  <a:close/>
                  <a:moveTo>
                    <a:pt x="54609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2" y="47498"/>
                    <a:pt x="57784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755522" y="64135"/>
              <a:ext cx="266065" cy="336932"/>
            </a:xfrm>
            <a:custGeom>
              <a:avLst/>
              <a:gdLst/>
              <a:ahLst/>
              <a:cxnLst/>
              <a:rect r="r" b="b" t="t" l="l"/>
              <a:pathLst>
                <a:path h="336932" w="266065">
                  <a:moveTo>
                    <a:pt x="53594" y="137414"/>
                  </a:moveTo>
                  <a:lnTo>
                    <a:pt x="53594" y="237110"/>
                  </a:lnTo>
                  <a:lnTo>
                    <a:pt x="53594" y="336805"/>
                  </a:lnTo>
                  <a:lnTo>
                    <a:pt x="0" y="336805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3"/>
                  </a:cubicBezTo>
                  <a:lnTo>
                    <a:pt x="266065" y="231268"/>
                  </a:lnTo>
                  <a:lnTo>
                    <a:pt x="266065" y="336932"/>
                  </a:lnTo>
                  <a:lnTo>
                    <a:pt x="212471" y="336932"/>
                  </a:lnTo>
                  <a:lnTo>
                    <a:pt x="212471" y="233427"/>
                  </a:lnTo>
                  <a:lnTo>
                    <a:pt x="212471" y="130048"/>
                  </a:lnTo>
                  <a:cubicBezTo>
                    <a:pt x="212471" y="78867"/>
                    <a:pt x="183896" y="48260"/>
                    <a:pt x="137414" y="48260"/>
                  </a:cubicBezTo>
                  <a:cubicBezTo>
                    <a:pt x="89535" y="48260"/>
                    <a:pt x="53467" y="80645"/>
                    <a:pt x="53467" y="1375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3" id="173"/>
            <p:cNvSpPr/>
            <p:nvPr/>
          </p:nvSpPr>
          <p:spPr>
            <a:xfrm flipH="false" flipV="false" rot="0">
              <a:off x="1100708" y="64008"/>
              <a:ext cx="259207" cy="344171"/>
            </a:xfrm>
            <a:custGeom>
              <a:avLst/>
              <a:gdLst/>
              <a:ahLst/>
              <a:cxnLst/>
              <a:rect r="r" b="b" t="t" l="l"/>
              <a:pathLst>
                <a:path h="344171" w="259207">
                  <a:moveTo>
                    <a:pt x="128015" y="344171"/>
                  </a:moveTo>
                  <a:cubicBezTo>
                    <a:pt x="59563" y="344171"/>
                    <a:pt x="11938" y="313818"/>
                    <a:pt x="0" y="256414"/>
                  </a:cubicBezTo>
                  <a:lnTo>
                    <a:pt x="50927" y="244222"/>
                  </a:lnTo>
                  <a:cubicBezTo>
                    <a:pt x="60452" y="280798"/>
                    <a:pt x="87503" y="297181"/>
                    <a:pt x="127380" y="297181"/>
                  </a:cubicBezTo>
                  <a:cubicBezTo>
                    <a:pt x="173862" y="297181"/>
                    <a:pt x="203580" y="274321"/>
                    <a:pt x="203580" y="246889"/>
                  </a:cubicBezTo>
                  <a:cubicBezTo>
                    <a:pt x="203580" y="224029"/>
                    <a:pt x="187451" y="208789"/>
                    <a:pt x="154812" y="201042"/>
                  </a:cubicBezTo>
                  <a:lnTo>
                    <a:pt x="99441" y="187834"/>
                  </a:lnTo>
                  <a:cubicBezTo>
                    <a:pt x="38989" y="173610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49" y="0"/>
                  </a:cubicBezTo>
                  <a:cubicBezTo>
                    <a:pt x="201802" y="0"/>
                    <a:pt x="237870" y="33274"/>
                    <a:pt x="252983" y="80010"/>
                  </a:cubicBezTo>
                  <a:lnTo>
                    <a:pt x="204469" y="92456"/>
                  </a:lnTo>
                  <a:cubicBezTo>
                    <a:pt x="195198" y="68707"/>
                    <a:pt x="176529" y="45466"/>
                    <a:pt x="133603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8" y="141351"/>
                  </a:cubicBezTo>
                  <a:lnTo>
                    <a:pt x="170560" y="153289"/>
                  </a:lnTo>
                  <a:cubicBezTo>
                    <a:pt x="231012" y="167514"/>
                    <a:pt x="259206" y="197613"/>
                    <a:pt x="259206" y="243206"/>
                  </a:cubicBezTo>
                  <a:cubicBezTo>
                    <a:pt x="259206" y="301499"/>
                    <a:pt x="205866" y="344044"/>
                    <a:pt x="127888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1421255" y="64135"/>
              <a:ext cx="303657" cy="344044"/>
            </a:xfrm>
            <a:custGeom>
              <a:avLst/>
              <a:gdLst/>
              <a:ahLst/>
              <a:cxnLst/>
              <a:rect r="r" b="b" t="t" l="l"/>
              <a:pathLst>
                <a:path h="344044" w="303657">
                  <a:moveTo>
                    <a:pt x="151511" y="344044"/>
                  </a:moveTo>
                  <a:cubicBezTo>
                    <a:pt x="61087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7"/>
                    <a:pt x="242316" y="344044"/>
                    <a:pt x="151511" y="344044"/>
                  </a:cubicBezTo>
                  <a:close/>
                  <a:moveTo>
                    <a:pt x="151511" y="296165"/>
                  </a:moveTo>
                  <a:cubicBezTo>
                    <a:pt x="218821" y="296165"/>
                    <a:pt x="249428" y="238126"/>
                    <a:pt x="249428" y="172594"/>
                  </a:cubicBezTo>
                  <a:cubicBezTo>
                    <a:pt x="249428" y="106553"/>
                    <a:pt x="218821" y="47879"/>
                    <a:pt x="151511" y="47879"/>
                  </a:cubicBezTo>
                  <a:cubicBezTo>
                    <a:pt x="85090" y="47879"/>
                    <a:pt x="54483" y="106172"/>
                    <a:pt x="54483" y="172594"/>
                  </a:cubicBezTo>
                  <a:cubicBezTo>
                    <a:pt x="54483" y="238126"/>
                    <a:pt x="85090" y="296165"/>
                    <a:pt x="151511" y="2961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1802890" y="63500"/>
              <a:ext cx="168783" cy="337567"/>
            </a:xfrm>
            <a:custGeom>
              <a:avLst/>
              <a:gdLst/>
              <a:ahLst/>
              <a:cxnLst/>
              <a:rect r="r" b="b" t="t" l="l"/>
              <a:pathLst>
                <a:path h="337567" w="168783">
                  <a:moveTo>
                    <a:pt x="0" y="337567"/>
                  </a:moveTo>
                  <a:lnTo>
                    <a:pt x="0" y="171197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59" y="635"/>
                    <a:pt x="168782" y="889"/>
                  </a:cubicBezTo>
                  <a:lnTo>
                    <a:pt x="168782" y="27940"/>
                  </a:lnTo>
                  <a:lnTo>
                    <a:pt x="168782" y="54737"/>
                  </a:lnTo>
                  <a:cubicBezTo>
                    <a:pt x="165480" y="54102"/>
                    <a:pt x="150875" y="51816"/>
                    <a:pt x="136652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300"/>
                  </a:lnTo>
                  <a:lnTo>
                    <a:pt x="53594" y="337440"/>
                  </a:lnTo>
                  <a:lnTo>
                    <a:pt x="0" y="3374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5726774" y="6603221"/>
            <a:ext cx="209231" cy="48491"/>
            <a:chOff x="0" y="0"/>
            <a:chExt cx="2035150" cy="47166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63500" y="64135"/>
              <a:ext cx="259207" cy="344044"/>
            </a:xfrm>
            <a:custGeom>
              <a:avLst/>
              <a:gdLst/>
              <a:ahLst/>
              <a:cxnLst/>
              <a:rect r="r" b="b" t="t" l="l"/>
              <a:pathLst>
                <a:path h="344044" w="259207">
                  <a:moveTo>
                    <a:pt x="128016" y="344044"/>
                  </a:moveTo>
                  <a:cubicBezTo>
                    <a:pt x="59563" y="344044"/>
                    <a:pt x="11938" y="313691"/>
                    <a:pt x="0" y="256287"/>
                  </a:cubicBezTo>
                  <a:lnTo>
                    <a:pt x="50927" y="244095"/>
                  </a:lnTo>
                  <a:cubicBezTo>
                    <a:pt x="60452" y="280671"/>
                    <a:pt x="87503" y="297054"/>
                    <a:pt x="127381" y="297054"/>
                  </a:cubicBezTo>
                  <a:cubicBezTo>
                    <a:pt x="173863" y="297054"/>
                    <a:pt x="203581" y="274194"/>
                    <a:pt x="203581" y="246762"/>
                  </a:cubicBezTo>
                  <a:cubicBezTo>
                    <a:pt x="203581" y="223902"/>
                    <a:pt x="187452" y="208662"/>
                    <a:pt x="154813" y="200915"/>
                  </a:cubicBezTo>
                  <a:lnTo>
                    <a:pt x="99441" y="187834"/>
                  </a:lnTo>
                  <a:cubicBezTo>
                    <a:pt x="38989" y="173483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50" y="0"/>
                  </a:cubicBezTo>
                  <a:cubicBezTo>
                    <a:pt x="201803" y="0"/>
                    <a:pt x="237871" y="33274"/>
                    <a:pt x="252984" y="80010"/>
                  </a:cubicBezTo>
                  <a:lnTo>
                    <a:pt x="204470" y="92456"/>
                  </a:lnTo>
                  <a:cubicBezTo>
                    <a:pt x="195199" y="68707"/>
                    <a:pt x="176530" y="45466"/>
                    <a:pt x="133604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9" y="141351"/>
                  </a:cubicBezTo>
                  <a:lnTo>
                    <a:pt x="170561" y="153289"/>
                  </a:lnTo>
                  <a:cubicBezTo>
                    <a:pt x="231013" y="167514"/>
                    <a:pt x="259207" y="197613"/>
                    <a:pt x="259207" y="243206"/>
                  </a:cubicBezTo>
                  <a:cubicBezTo>
                    <a:pt x="259207" y="301499"/>
                    <a:pt x="205867" y="344044"/>
                    <a:pt x="127889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384048" y="64135"/>
              <a:ext cx="294640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40">
                  <a:moveTo>
                    <a:pt x="155955" y="344044"/>
                  </a:moveTo>
                  <a:cubicBezTo>
                    <a:pt x="59562" y="344044"/>
                    <a:pt x="0" y="275591"/>
                    <a:pt x="0" y="173229"/>
                  </a:cubicBezTo>
                  <a:cubicBezTo>
                    <a:pt x="0" y="71120"/>
                    <a:pt x="58927" y="0"/>
                    <a:pt x="149732" y="0"/>
                  </a:cubicBezTo>
                  <a:cubicBezTo>
                    <a:pt x="220217" y="0"/>
                    <a:pt x="294639" y="43434"/>
                    <a:pt x="294639" y="166371"/>
                  </a:cubicBezTo>
                  <a:lnTo>
                    <a:pt x="294639" y="177547"/>
                  </a:lnTo>
                  <a:lnTo>
                    <a:pt x="294639" y="188723"/>
                  </a:lnTo>
                  <a:lnTo>
                    <a:pt x="54228" y="188723"/>
                  </a:lnTo>
                  <a:cubicBezTo>
                    <a:pt x="56895" y="258319"/>
                    <a:pt x="97408" y="296419"/>
                    <a:pt x="156336" y="296419"/>
                  </a:cubicBezTo>
                  <a:cubicBezTo>
                    <a:pt x="195579" y="296419"/>
                    <a:pt x="225043" y="279147"/>
                    <a:pt x="237616" y="245238"/>
                  </a:cubicBezTo>
                  <a:lnTo>
                    <a:pt x="289432" y="259462"/>
                  </a:lnTo>
                  <a:cubicBezTo>
                    <a:pt x="273938" y="309754"/>
                    <a:pt x="224281" y="344044"/>
                    <a:pt x="156082" y="344044"/>
                  </a:cubicBezTo>
                  <a:close/>
                  <a:moveTo>
                    <a:pt x="54609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2" y="47498"/>
                    <a:pt x="57784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9" id="179"/>
            <p:cNvSpPr/>
            <p:nvPr/>
          </p:nvSpPr>
          <p:spPr>
            <a:xfrm flipH="false" flipV="false" rot="0">
              <a:off x="755522" y="64135"/>
              <a:ext cx="266065" cy="336932"/>
            </a:xfrm>
            <a:custGeom>
              <a:avLst/>
              <a:gdLst/>
              <a:ahLst/>
              <a:cxnLst/>
              <a:rect r="r" b="b" t="t" l="l"/>
              <a:pathLst>
                <a:path h="336932" w="266065">
                  <a:moveTo>
                    <a:pt x="53594" y="137414"/>
                  </a:moveTo>
                  <a:lnTo>
                    <a:pt x="53594" y="237110"/>
                  </a:lnTo>
                  <a:lnTo>
                    <a:pt x="53594" y="336805"/>
                  </a:lnTo>
                  <a:lnTo>
                    <a:pt x="0" y="336805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3"/>
                  </a:cubicBezTo>
                  <a:lnTo>
                    <a:pt x="266065" y="231268"/>
                  </a:lnTo>
                  <a:lnTo>
                    <a:pt x="266065" y="336932"/>
                  </a:lnTo>
                  <a:lnTo>
                    <a:pt x="212471" y="336932"/>
                  </a:lnTo>
                  <a:lnTo>
                    <a:pt x="212471" y="233427"/>
                  </a:lnTo>
                  <a:lnTo>
                    <a:pt x="212471" y="130048"/>
                  </a:lnTo>
                  <a:cubicBezTo>
                    <a:pt x="212471" y="78867"/>
                    <a:pt x="183896" y="48260"/>
                    <a:pt x="137414" y="48260"/>
                  </a:cubicBezTo>
                  <a:cubicBezTo>
                    <a:pt x="89535" y="48260"/>
                    <a:pt x="53467" y="80645"/>
                    <a:pt x="53467" y="1375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0" id="180"/>
            <p:cNvSpPr/>
            <p:nvPr/>
          </p:nvSpPr>
          <p:spPr>
            <a:xfrm flipH="false" flipV="false" rot="0">
              <a:off x="1100708" y="64008"/>
              <a:ext cx="259207" cy="344171"/>
            </a:xfrm>
            <a:custGeom>
              <a:avLst/>
              <a:gdLst/>
              <a:ahLst/>
              <a:cxnLst/>
              <a:rect r="r" b="b" t="t" l="l"/>
              <a:pathLst>
                <a:path h="344171" w="259207">
                  <a:moveTo>
                    <a:pt x="128015" y="344171"/>
                  </a:moveTo>
                  <a:cubicBezTo>
                    <a:pt x="59563" y="344171"/>
                    <a:pt x="11938" y="313818"/>
                    <a:pt x="0" y="256414"/>
                  </a:cubicBezTo>
                  <a:lnTo>
                    <a:pt x="50927" y="244222"/>
                  </a:lnTo>
                  <a:cubicBezTo>
                    <a:pt x="60452" y="280798"/>
                    <a:pt x="87503" y="297181"/>
                    <a:pt x="127380" y="297181"/>
                  </a:cubicBezTo>
                  <a:cubicBezTo>
                    <a:pt x="173862" y="297181"/>
                    <a:pt x="203580" y="274321"/>
                    <a:pt x="203580" y="246889"/>
                  </a:cubicBezTo>
                  <a:cubicBezTo>
                    <a:pt x="203580" y="224029"/>
                    <a:pt x="187451" y="208789"/>
                    <a:pt x="154812" y="201042"/>
                  </a:cubicBezTo>
                  <a:lnTo>
                    <a:pt x="99441" y="187834"/>
                  </a:lnTo>
                  <a:cubicBezTo>
                    <a:pt x="38989" y="173610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49" y="0"/>
                  </a:cubicBezTo>
                  <a:cubicBezTo>
                    <a:pt x="201802" y="0"/>
                    <a:pt x="237870" y="33274"/>
                    <a:pt x="252983" y="80010"/>
                  </a:cubicBezTo>
                  <a:lnTo>
                    <a:pt x="204469" y="92456"/>
                  </a:lnTo>
                  <a:cubicBezTo>
                    <a:pt x="195198" y="68707"/>
                    <a:pt x="176529" y="45466"/>
                    <a:pt x="133603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8" y="141351"/>
                  </a:cubicBezTo>
                  <a:lnTo>
                    <a:pt x="170560" y="153289"/>
                  </a:lnTo>
                  <a:cubicBezTo>
                    <a:pt x="231012" y="167514"/>
                    <a:pt x="259206" y="197613"/>
                    <a:pt x="259206" y="243206"/>
                  </a:cubicBezTo>
                  <a:cubicBezTo>
                    <a:pt x="259206" y="301499"/>
                    <a:pt x="205866" y="344044"/>
                    <a:pt x="127888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1421255" y="64135"/>
              <a:ext cx="303657" cy="344044"/>
            </a:xfrm>
            <a:custGeom>
              <a:avLst/>
              <a:gdLst/>
              <a:ahLst/>
              <a:cxnLst/>
              <a:rect r="r" b="b" t="t" l="l"/>
              <a:pathLst>
                <a:path h="344044" w="303657">
                  <a:moveTo>
                    <a:pt x="151511" y="344044"/>
                  </a:moveTo>
                  <a:cubicBezTo>
                    <a:pt x="61087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7"/>
                    <a:pt x="242316" y="344044"/>
                    <a:pt x="151511" y="344044"/>
                  </a:cubicBezTo>
                  <a:close/>
                  <a:moveTo>
                    <a:pt x="151511" y="296165"/>
                  </a:moveTo>
                  <a:cubicBezTo>
                    <a:pt x="218821" y="296165"/>
                    <a:pt x="249428" y="238126"/>
                    <a:pt x="249428" y="172594"/>
                  </a:cubicBezTo>
                  <a:cubicBezTo>
                    <a:pt x="249428" y="106553"/>
                    <a:pt x="218821" y="47879"/>
                    <a:pt x="151511" y="47879"/>
                  </a:cubicBezTo>
                  <a:cubicBezTo>
                    <a:pt x="85090" y="47879"/>
                    <a:pt x="54483" y="106172"/>
                    <a:pt x="54483" y="172594"/>
                  </a:cubicBezTo>
                  <a:cubicBezTo>
                    <a:pt x="54483" y="238126"/>
                    <a:pt x="85090" y="296165"/>
                    <a:pt x="151511" y="2961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2" id="182"/>
            <p:cNvSpPr/>
            <p:nvPr/>
          </p:nvSpPr>
          <p:spPr>
            <a:xfrm flipH="false" flipV="false" rot="0">
              <a:off x="1802890" y="63500"/>
              <a:ext cx="168783" cy="337567"/>
            </a:xfrm>
            <a:custGeom>
              <a:avLst/>
              <a:gdLst/>
              <a:ahLst/>
              <a:cxnLst/>
              <a:rect r="r" b="b" t="t" l="l"/>
              <a:pathLst>
                <a:path h="337567" w="168783">
                  <a:moveTo>
                    <a:pt x="0" y="337567"/>
                  </a:moveTo>
                  <a:lnTo>
                    <a:pt x="0" y="171197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59" y="635"/>
                    <a:pt x="168782" y="889"/>
                  </a:cubicBezTo>
                  <a:lnTo>
                    <a:pt x="168782" y="27940"/>
                  </a:lnTo>
                  <a:lnTo>
                    <a:pt x="168782" y="54737"/>
                  </a:lnTo>
                  <a:cubicBezTo>
                    <a:pt x="165480" y="54102"/>
                    <a:pt x="150875" y="51816"/>
                    <a:pt x="136652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300"/>
                  </a:lnTo>
                  <a:lnTo>
                    <a:pt x="53594" y="337440"/>
                  </a:lnTo>
                  <a:lnTo>
                    <a:pt x="0" y="3374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726774" y="6976905"/>
            <a:ext cx="209231" cy="48491"/>
            <a:chOff x="0" y="0"/>
            <a:chExt cx="2035150" cy="471665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63500" y="64135"/>
              <a:ext cx="259207" cy="344044"/>
            </a:xfrm>
            <a:custGeom>
              <a:avLst/>
              <a:gdLst/>
              <a:ahLst/>
              <a:cxnLst/>
              <a:rect r="r" b="b" t="t" l="l"/>
              <a:pathLst>
                <a:path h="344044" w="259207">
                  <a:moveTo>
                    <a:pt x="128016" y="344044"/>
                  </a:moveTo>
                  <a:cubicBezTo>
                    <a:pt x="59563" y="344044"/>
                    <a:pt x="11938" y="313691"/>
                    <a:pt x="0" y="256287"/>
                  </a:cubicBezTo>
                  <a:lnTo>
                    <a:pt x="50927" y="244095"/>
                  </a:lnTo>
                  <a:cubicBezTo>
                    <a:pt x="60452" y="280671"/>
                    <a:pt x="87503" y="297054"/>
                    <a:pt x="127381" y="297054"/>
                  </a:cubicBezTo>
                  <a:cubicBezTo>
                    <a:pt x="173863" y="297054"/>
                    <a:pt x="203581" y="274194"/>
                    <a:pt x="203581" y="246762"/>
                  </a:cubicBezTo>
                  <a:cubicBezTo>
                    <a:pt x="203581" y="223902"/>
                    <a:pt x="187452" y="208662"/>
                    <a:pt x="154813" y="200915"/>
                  </a:cubicBezTo>
                  <a:lnTo>
                    <a:pt x="99441" y="187834"/>
                  </a:lnTo>
                  <a:cubicBezTo>
                    <a:pt x="38989" y="173483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50" y="0"/>
                  </a:cubicBezTo>
                  <a:cubicBezTo>
                    <a:pt x="201803" y="0"/>
                    <a:pt x="237871" y="33274"/>
                    <a:pt x="252984" y="80010"/>
                  </a:cubicBezTo>
                  <a:lnTo>
                    <a:pt x="204470" y="92456"/>
                  </a:lnTo>
                  <a:cubicBezTo>
                    <a:pt x="195199" y="68707"/>
                    <a:pt x="176530" y="45466"/>
                    <a:pt x="133604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9" y="141351"/>
                  </a:cubicBezTo>
                  <a:lnTo>
                    <a:pt x="170561" y="153289"/>
                  </a:lnTo>
                  <a:cubicBezTo>
                    <a:pt x="231013" y="167514"/>
                    <a:pt x="259207" y="197613"/>
                    <a:pt x="259207" y="243206"/>
                  </a:cubicBezTo>
                  <a:cubicBezTo>
                    <a:pt x="259207" y="301499"/>
                    <a:pt x="205867" y="344044"/>
                    <a:pt x="127889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5" id="185"/>
            <p:cNvSpPr/>
            <p:nvPr/>
          </p:nvSpPr>
          <p:spPr>
            <a:xfrm flipH="false" flipV="false" rot="0">
              <a:off x="384048" y="64135"/>
              <a:ext cx="294640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40">
                  <a:moveTo>
                    <a:pt x="155955" y="344044"/>
                  </a:moveTo>
                  <a:cubicBezTo>
                    <a:pt x="59562" y="344044"/>
                    <a:pt x="0" y="275591"/>
                    <a:pt x="0" y="173229"/>
                  </a:cubicBezTo>
                  <a:cubicBezTo>
                    <a:pt x="0" y="71120"/>
                    <a:pt x="58927" y="0"/>
                    <a:pt x="149732" y="0"/>
                  </a:cubicBezTo>
                  <a:cubicBezTo>
                    <a:pt x="220217" y="0"/>
                    <a:pt x="294639" y="43434"/>
                    <a:pt x="294639" y="166371"/>
                  </a:cubicBezTo>
                  <a:lnTo>
                    <a:pt x="294639" y="177547"/>
                  </a:lnTo>
                  <a:lnTo>
                    <a:pt x="294639" y="188723"/>
                  </a:lnTo>
                  <a:lnTo>
                    <a:pt x="54228" y="188723"/>
                  </a:lnTo>
                  <a:cubicBezTo>
                    <a:pt x="56895" y="258319"/>
                    <a:pt x="97408" y="296419"/>
                    <a:pt x="156336" y="296419"/>
                  </a:cubicBezTo>
                  <a:cubicBezTo>
                    <a:pt x="195579" y="296419"/>
                    <a:pt x="225043" y="279147"/>
                    <a:pt x="237616" y="245238"/>
                  </a:cubicBezTo>
                  <a:lnTo>
                    <a:pt x="289432" y="259462"/>
                  </a:lnTo>
                  <a:cubicBezTo>
                    <a:pt x="273938" y="309754"/>
                    <a:pt x="224281" y="344044"/>
                    <a:pt x="156082" y="344044"/>
                  </a:cubicBezTo>
                  <a:close/>
                  <a:moveTo>
                    <a:pt x="54609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2" y="47498"/>
                    <a:pt x="57784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755522" y="64135"/>
              <a:ext cx="266065" cy="336932"/>
            </a:xfrm>
            <a:custGeom>
              <a:avLst/>
              <a:gdLst/>
              <a:ahLst/>
              <a:cxnLst/>
              <a:rect r="r" b="b" t="t" l="l"/>
              <a:pathLst>
                <a:path h="336932" w="266065">
                  <a:moveTo>
                    <a:pt x="53594" y="137414"/>
                  </a:moveTo>
                  <a:lnTo>
                    <a:pt x="53594" y="237110"/>
                  </a:lnTo>
                  <a:lnTo>
                    <a:pt x="53594" y="336805"/>
                  </a:lnTo>
                  <a:lnTo>
                    <a:pt x="0" y="336805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3"/>
                  </a:cubicBezTo>
                  <a:lnTo>
                    <a:pt x="266065" y="231268"/>
                  </a:lnTo>
                  <a:lnTo>
                    <a:pt x="266065" y="336932"/>
                  </a:lnTo>
                  <a:lnTo>
                    <a:pt x="212471" y="336932"/>
                  </a:lnTo>
                  <a:lnTo>
                    <a:pt x="212471" y="233427"/>
                  </a:lnTo>
                  <a:lnTo>
                    <a:pt x="212471" y="130048"/>
                  </a:lnTo>
                  <a:cubicBezTo>
                    <a:pt x="212471" y="78867"/>
                    <a:pt x="183896" y="48260"/>
                    <a:pt x="137414" y="48260"/>
                  </a:cubicBezTo>
                  <a:cubicBezTo>
                    <a:pt x="89535" y="48260"/>
                    <a:pt x="53467" y="80645"/>
                    <a:pt x="53467" y="1375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1100708" y="64008"/>
              <a:ext cx="259207" cy="344171"/>
            </a:xfrm>
            <a:custGeom>
              <a:avLst/>
              <a:gdLst/>
              <a:ahLst/>
              <a:cxnLst/>
              <a:rect r="r" b="b" t="t" l="l"/>
              <a:pathLst>
                <a:path h="344171" w="259207">
                  <a:moveTo>
                    <a:pt x="128015" y="344171"/>
                  </a:moveTo>
                  <a:cubicBezTo>
                    <a:pt x="59563" y="344171"/>
                    <a:pt x="11938" y="313818"/>
                    <a:pt x="0" y="256414"/>
                  </a:cubicBezTo>
                  <a:lnTo>
                    <a:pt x="50927" y="244222"/>
                  </a:lnTo>
                  <a:cubicBezTo>
                    <a:pt x="60452" y="280798"/>
                    <a:pt x="87503" y="297181"/>
                    <a:pt x="127380" y="297181"/>
                  </a:cubicBezTo>
                  <a:cubicBezTo>
                    <a:pt x="173862" y="297181"/>
                    <a:pt x="203580" y="274321"/>
                    <a:pt x="203580" y="246889"/>
                  </a:cubicBezTo>
                  <a:cubicBezTo>
                    <a:pt x="203580" y="224029"/>
                    <a:pt x="187451" y="208789"/>
                    <a:pt x="154812" y="201042"/>
                  </a:cubicBezTo>
                  <a:lnTo>
                    <a:pt x="99441" y="187834"/>
                  </a:lnTo>
                  <a:cubicBezTo>
                    <a:pt x="38989" y="173610"/>
                    <a:pt x="10160" y="143764"/>
                    <a:pt x="10160" y="97028"/>
                  </a:cubicBezTo>
                  <a:cubicBezTo>
                    <a:pt x="10160" y="39878"/>
                    <a:pt x="62484" y="0"/>
                    <a:pt x="133349" y="0"/>
                  </a:cubicBezTo>
                  <a:cubicBezTo>
                    <a:pt x="201802" y="0"/>
                    <a:pt x="237870" y="33274"/>
                    <a:pt x="252983" y="80010"/>
                  </a:cubicBezTo>
                  <a:lnTo>
                    <a:pt x="204469" y="92456"/>
                  </a:lnTo>
                  <a:cubicBezTo>
                    <a:pt x="195198" y="68707"/>
                    <a:pt x="176529" y="45466"/>
                    <a:pt x="133603" y="45466"/>
                  </a:cubicBezTo>
                  <a:cubicBezTo>
                    <a:pt x="93980" y="45466"/>
                    <a:pt x="64262" y="66040"/>
                    <a:pt x="64262" y="93726"/>
                  </a:cubicBezTo>
                  <a:cubicBezTo>
                    <a:pt x="64262" y="118491"/>
                    <a:pt x="81280" y="132080"/>
                    <a:pt x="120268" y="141351"/>
                  </a:cubicBezTo>
                  <a:lnTo>
                    <a:pt x="170560" y="153289"/>
                  </a:lnTo>
                  <a:cubicBezTo>
                    <a:pt x="231012" y="167514"/>
                    <a:pt x="259206" y="197613"/>
                    <a:pt x="259206" y="243206"/>
                  </a:cubicBezTo>
                  <a:cubicBezTo>
                    <a:pt x="259206" y="301499"/>
                    <a:pt x="205866" y="344044"/>
                    <a:pt x="127888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8" id="188"/>
            <p:cNvSpPr/>
            <p:nvPr/>
          </p:nvSpPr>
          <p:spPr>
            <a:xfrm flipH="false" flipV="false" rot="0">
              <a:off x="1421255" y="64135"/>
              <a:ext cx="303657" cy="344044"/>
            </a:xfrm>
            <a:custGeom>
              <a:avLst/>
              <a:gdLst/>
              <a:ahLst/>
              <a:cxnLst/>
              <a:rect r="r" b="b" t="t" l="l"/>
              <a:pathLst>
                <a:path h="344044" w="303657">
                  <a:moveTo>
                    <a:pt x="151511" y="344044"/>
                  </a:moveTo>
                  <a:cubicBezTo>
                    <a:pt x="61087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7"/>
                    <a:pt x="242316" y="344044"/>
                    <a:pt x="151511" y="344044"/>
                  </a:cubicBezTo>
                  <a:close/>
                  <a:moveTo>
                    <a:pt x="151511" y="296165"/>
                  </a:moveTo>
                  <a:cubicBezTo>
                    <a:pt x="218821" y="296165"/>
                    <a:pt x="249428" y="238126"/>
                    <a:pt x="249428" y="172594"/>
                  </a:cubicBezTo>
                  <a:cubicBezTo>
                    <a:pt x="249428" y="106553"/>
                    <a:pt x="218821" y="47879"/>
                    <a:pt x="151511" y="47879"/>
                  </a:cubicBezTo>
                  <a:cubicBezTo>
                    <a:pt x="85090" y="47879"/>
                    <a:pt x="54483" y="106172"/>
                    <a:pt x="54483" y="172594"/>
                  </a:cubicBezTo>
                  <a:cubicBezTo>
                    <a:pt x="54483" y="238126"/>
                    <a:pt x="85090" y="296165"/>
                    <a:pt x="151511" y="2961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1802890" y="63500"/>
              <a:ext cx="168783" cy="337567"/>
            </a:xfrm>
            <a:custGeom>
              <a:avLst/>
              <a:gdLst/>
              <a:ahLst/>
              <a:cxnLst/>
              <a:rect r="r" b="b" t="t" l="l"/>
              <a:pathLst>
                <a:path h="337567" w="168783">
                  <a:moveTo>
                    <a:pt x="0" y="337567"/>
                  </a:moveTo>
                  <a:lnTo>
                    <a:pt x="0" y="171197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59" y="635"/>
                    <a:pt x="168782" y="889"/>
                  </a:cubicBezTo>
                  <a:lnTo>
                    <a:pt x="168782" y="27940"/>
                  </a:lnTo>
                  <a:lnTo>
                    <a:pt x="168782" y="54737"/>
                  </a:lnTo>
                  <a:cubicBezTo>
                    <a:pt x="165480" y="54102"/>
                    <a:pt x="150875" y="51816"/>
                    <a:pt x="136652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300"/>
                  </a:lnTo>
                  <a:lnTo>
                    <a:pt x="53594" y="337440"/>
                  </a:lnTo>
                  <a:lnTo>
                    <a:pt x="0" y="3374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5726652" y="1971232"/>
            <a:ext cx="211251" cy="59385"/>
            <a:chOff x="0" y="0"/>
            <a:chExt cx="2054796" cy="577621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63500" y="170053"/>
              <a:ext cx="287655" cy="344044"/>
            </a:xfrm>
            <a:custGeom>
              <a:avLst/>
              <a:gdLst/>
              <a:ahLst/>
              <a:cxnLst/>
              <a:rect r="r" b="b" t="t" l="l"/>
              <a:pathLst>
                <a:path h="344044" w="287655">
                  <a:moveTo>
                    <a:pt x="151511" y="344044"/>
                  </a:moveTo>
                  <a:cubicBezTo>
                    <a:pt x="60960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8"/>
                  </a:cubicBezTo>
                  <a:lnTo>
                    <a:pt x="234950" y="106553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2"/>
                    <a:pt x="54610" y="172594"/>
                  </a:cubicBezTo>
                  <a:cubicBezTo>
                    <a:pt x="54610" y="238126"/>
                    <a:pt x="85217" y="296165"/>
                    <a:pt x="151638" y="296165"/>
                  </a:cubicBezTo>
                  <a:cubicBezTo>
                    <a:pt x="196342" y="296165"/>
                    <a:pt x="226695" y="270892"/>
                    <a:pt x="236474" y="234824"/>
                  </a:cubicBezTo>
                  <a:lnTo>
                    <a:pt x="287655" y="249429"/>
                  </a:lnTo>
                  <a:cubicBezTo>
                    <a:pt x="269748" y="308611"/>
                    <a:pt x="216789" y="344044"/>
                    <a:pt x="151638" y="3440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411734" y="170053"/>
              <a:ext cx="303657" cy="344044"/>
            </a:xfrm>
            <a:custGeom>
              <a:avLst/>
              <a:gdLst/>
              <a:ahLst/>
              <a:cxnLst/>
              <a:rect r="r" b="b" t="t" l="l"/>
              <a:pathLst>
                <a:path h="344044" w="303657">
                  <a:moveTo>
                    <a:pt x="151511" y="344044"/>
                  </a:moveTo>
                  <a:cubicBezTo>
                    <a:pt x="61087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7"/>
                    <a:pt x="242316" y="344044"/>
                    <a:pt x="151511" y="344044"/>
                  </a:cubicBezTo>
                  <a:close/>
                  <a:moveTo>
                    <a:pt x="151511" y="296165"/>
                  </a:moveTo>
                  <a:cubicBezTo>
                    <a:pt x="218821" y="296165"/>
                    <a:pt x="249428" y="238126"/>
                    <a:pt x="249428" y="172594"/>
                  </a:cubicBezTo>
                  <a:cubicBezTo>
                    <a:pt x="249428" y="106553"/>
                    <a:pt x="218821" y="47879"/>
                    <a:pt x="151511" y="47879"/>
                  </a:cubicBezTo>
                  <a:cubicBezTo>
                    <a:pt x="85090" y="47879"/>
                    <a:pt x="54483" y="106172"/>
                    <a:pt x="54483" y="172594"/>
                  </a:cubicBezTo>
                  <a:cubicBezTo>
                    <a:pt x="54483" y="238126"/>
                    <a:pt x="85090" y="296165"/>
                    <a:pt x="151511" y="2961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793369" y="170053"/>
              <a:ext cx="266065" cy="336931"/>
            </a:xfrm>
            <a:custGeom>
              <a:avLst/>
              <a:gdLst/>
              <a:ahLst/>
              <a:cxnLst/>
              <a:rect r="r" b="b" t="t" l="l"/>
              <a:pathLst>
                <a:path h="336931" w="266065">
                  <a:moveTo>
                    <a:pt x="53467" y="137541"/>
                  </a:moveTo>
                  <a:lnTo>
                    <a:pt x="53467" y="237237"/>
                  </a:lnTo>
                  <a:lnTo>
                    <a:pt x="53467" y="336932"/>
                  </a:lnTo>
                  <a:lnTo>
                    <a:pt x="0" y="336932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3"/>
                  </a:cubicBezTo>
                  <a:lnTo>
                    <a:pt x="266065" y="231268"/>
                  </a:lnTo>
                  <a:lnTo>
                    <a:pt x="266065" y="336932"/>
                  </a:lnTo>
                  <a:lnTo>
                    <a:pt x="212471" y="336932"/>
                  </a:lnTo>
                  <a:lnTo>
                    <a:pt x="212471" y="233554"/>
                  </a:lnTo>
                  <a:lnTo>
                    <a:pt x="212471" y="130048"/>
                  </a:lnTo>
                  <a:cubicBezTo>
                    <a:pt x="212471" y="78867"/>
                    <a:pt x="183896" y="48260"/>
                    <a:pt x="137414" y="48260"/>
                  </a:cubicBezTo>
                  <a:cubicBezTo>
                    <a:pt x="89535" y="48260"/>
                    <a:pt x="53467" y="80645"/>
                    <a:pt x="53467" y="13754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4" id="194"/>
            <p:cNvSpPr/>
            <p:nvPr/>
          </p:nvSpPr>
          <p:spPr>
            <a:xfrm flipH="false" flipV="false" rot="0">
              <a:off x="1112393" y="94996"/>
              <a:ext cx="181229" cy="416053"/>
            </a:xfrm>
            <a:custGeom>
              <a:avLst/>
              <a:gdLst/>
              <a:ahLst/>
              <a:cxnLst/>
              <a:rect r="r" b="b" t="t" l="l"/>
              <a:pathLst>
                <a:path h="416053" w="181229">
                  <a:moveTo>
                    <a:pt x="171958" y="79248"/>
                  </a:moveTo>
                  <a:lnTo>
                    <a:pt x="171958" y="102108"/>
                  </a:lnTo>
                  <a:lnTo>
                    <a:pt x="171958" y="124968"/>
                  </a:lnTo>
                  <a:lnTo>
                    <a:pt x="103505" y="124968"/>
                  </a:lnTo>
                  <a:lnTo>
                    <a:pt x="103505" y="225298"/>
                  </a:lnTo>
                  <a:lnTo>
                    <a:pt x="103505" y="325629"/>
                  </a:lnTo>
                  <a:cubicBezTo>
                    <a:pt x="103505" y="355347"/>
                    <a:pt x="114554" y="368428"/>
                    <a:pt x="142748" y="368428"/>
                  </a:cubicBezTo>
                  <a:cubicBezTo>
                    <a:pt x="149606" y="368428"/>
                    <a:pt x="161163" y="366650"/>
                    <a:pt x="170180" y="364872"/>
                  </a:cubicBezTo>
                  <a:lnTo>
                    <a:pt x="181229" y="410084"/>
                  </a:lnTo>
                  <a:cubicBezTo>
                    <a:pt x="170180" y="413894"/>
                    <a:pt x="155067" y="416053"/>
                    <a:pt x="141351" y="416053"/>
                  </a:cubicBezTo>
                  <a:cubicBezTo>
                    <a:pt x="83947" y="416053"/>
                    <a:pt x="50038" y="384176"/>
                    <a:pt x="50038" y="329693"/>
                  </a:cubicBezTo>
                  <a:lnTo>
                    <a:pt x="50038" y="227457"/>
                  </a:lnTo>
                  <a:lnTo>
                    <a:pt x="50038" y="125095"/>
                  </a:lnTo>
                  <a:lnTo>
                    <a:pt x="0" y="125095"/>
                  </a:lnTo>
                  <a:lnTo>
                    <a:pt x="0" y="102235"/>
                  </a:lnTo>
                  <a:lnTo>
                    <a:pt x="0" y="79375"/>
                  </a:lnTo>
                  <a:lnTo>
                    <a:pt x="50038" y="79375"/>
                  </a:lnTo>
                  <a:lnTo>
                    <a:pt x="50038" y="39624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8"/>
                  </a:lnTo>
                  <a:lnTo>
                    <a:pt x="172085" y="792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5" id="195"/>
            <p:cNvSpPr/>
            <p:nvPr/>
          </p:nvSpPr>
          <p:spPr>
            <a:xfrm flipH="false" flipV="false" rot="0">
              <a:off x="1352804" y="169545"/>
              <a:ext cx="168783" cy="337440"/>
            </a:xfrm>
            <a:custGeom>
              <a:avLst/>
              <a:gdLst/>
              <a:ahLst/>
              <a:cxnLst/>
              <a:rect r="r" b="b" t="t" l="l"/>
              <a:pathLst>
                <a:path h="337440" w="168783">
                  <a:moveTo>
                    <a:pt x="0" y="337440"/>
                  </a:moveTo>
                  <a:lnTo>
                    <a:pt x="0" y="171070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7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1"/>
                    <a:pt x="53594" y="129159"/>
                  </a:cubicBezTo>
                  <a:lnTo>
                    <a:pt x="53594" y="233300"/>
                  </a:lnTo>
                  <a:lnTo>
                    <a:pt x="53594" y="337440"/>
                  </a:lnTo>
                  <a:lnTo>
                    <a:pt x="0" y="33744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1556131" y="170053"/>
              <a:ext cx="303657" cy="344044"/>
            </a:xfrm>
            <a:custGeom>
              <a:avLst/>
              <a:gdLst/>
              <a:ahLst/>
              <a:cxnLst/>
              <a:rect r="r" b="b" t="t" l="l"/>
              <a:pathLst>
                <a:path h="344044" w="303657">
                  <a:moveTo>
                    <a:pt x="151511" y="344044"/>
                  </a:moveTo>
                  <a:cubicBezTo>
                    <a:pt x="61087" y="344044"/>
                    <a:pt x="0" y="275337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7"/>
                    <a:pt x="242316" y="344044"/>
                    <a:pt x="151511" y="344044"/>
                  </a:cubicBezTo>
                  <a:close/>
                  <a:moveTo>
                    <a:pt x="151511" y="296165"/>
                  </a:moveTo>
                  <a:cubicBezTo>
                    <a:pt x="218821" y="296165"/>
                    <a:pt x="249428" y="238126"/>
                    <a:pt x="249428" y="172594"/>
                  </a:cubicBezTo>
                  <a:cubicBezTo>
                    <a:pt x="249428" y="106553"/>
                    <a:pt x="218821" y="47879"/>
                    <a:pt x="151511" y="47879"/>
                  </a:cubicBezTo>
                  <a:cubicBezTo>
                    <a:pt x="85090" y="47879"/>
                    <a:pt x="54483" y="106172"/>
                    <a:pt x="54483" y="172594"/>
                  </a:cubicBezTo>
                  <a:cubicBezTo>
                    <a:pt x="54483" y="238126"/>
                    <a:pt x="85090" y="296165"/>
                    <a:pt x="151511" y="2961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7" id="197"/>
            <p:cNvSpPr/>
            <p:nvPr/>
          </p:nvSpPr>
          <p:spPr>
            <a:xfrm flipH="false" flipV="false" rot="0">
              <a:off x="1937766" y="63500"/>
              <a:ext cx="53594" cy="443485"/>
            </a:xfrm>
            <a:custGeom>
              <a:avLst/>
              <a:gdLst/>
              <a:ahLst/>
              <a:cxnLst/>
              <a:rect r="r" b="b" t="t" l="l"/>
              <a:pathLst>
                <a:path h="443485" w="53594">
                  <a:moveTo>
                    <a:pt x="53594" y="0"/>
                  </a:moveTo>
                  <a:lnTo>
                    <a:pt x="53594" y="221742"/>
                  </a:lnTo>
                  <a:lnTo>
                    <a:pt x="53594" y="443485"/>
                  </a:lnTo>
                  <a:lnTo>
                    <a:pt x="0" y="443485"/>
                  </a:lnTo>
                  <a:lnTo>
                    <a:pt x="0" y="221742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5692574" y="1351692"/>
            <a:ext cx="260946" cy="61527"/>
            <a:chOff x="0" y="0"/>
            <a:chExt cx="2538158" cy="598462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63500" y="190248"/>
              <a:ext cx="294640" cy="344173"/>
            </a:xfrm>
            <a:custGeom>
              <a:avLst/>
              <a:gdLst/>
              <a:ahLst/>
              <a:cxnLst/>
              <a:rect r="r" b="b" t="t" l="l"/>
              <a:pathLst>
                <a:path h="344173" w="294640">
                  <a:moveTo>
                    <a:pt x="155956" y="344173"/>
                  </a:moveTo>
                  <a:cubicBezTo>
                    <a:pt x="59563" y="344173"/>
                    <a:pt x="0" y="275719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71"/>
                  </a:cubicBezTo>
                  <a:lnTo>
                    <a:pt x="294640" y="177547"/>
                  </a:lnTo>
                  <a:lnTo>
                    <a:pt x="294640" y="188724"/>
                  </a:lnTo>
                  <a:lnTo>
                    <a:pt x="54229" y="188724"/>
                  </a:lnTo>
                  <a:cubicBezTo>
                    <a:pt x="56896" y="258320"/>
                    <a:pt x="97409" y="296421"/>
                    <a:pt x="156337" y="296421"/>
                  </a:cubicBezTo>
                  <a:cubicBezTo>
                    <a:pt x="195580" y="296421"/>
                    <a:pt x="225044" y="279148"/>
                    <a:pt x="237617" y="245239"/>
                  </a:cubicBezTo>
                  <a:lnTo>
                    <a:pt x="289433" y="259463"/>
                  </a:lnTo>
                  <a:cubicBezTo>
                    <a:pt x="273939" y="309756"/>
                    <a:pt x="224282" y="344046"/>
                    <a:pt x="156083" y="344046"/>
                  </a:cubicBezTo>
                  <a:close/>
                  <a:moveTo>
                    <a:pt x="54483" y="143511"/>
                  </a:moveTo>
                  <a:lnTo>
                    <a:pt x="240157" y="143511"/>
                  </a:lnTo>
                  <a:cubicBezTo>
                    <a:pt x="235077" y="86996"/>
                    <a:pt x="204470" y="47625"/>
                    <a:pt x="149733" y="47625"/>
                  </a:cubicBezTo>
                  <a:cubicBezTo>
                    <a:pt x="92583" y="47625"/>
                    <a:pt x="57785" y="92584"/>
                    <a:pt x="54483" y="1435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0" id="200"/>
            <p:cNvSpPr/>
            <p:nvPr/>
          </p:nvSpPr>
          <p:spPr>
            <a:xfrm flipH="false" flipV="false" rot="0">
              <a:off x="434975" y="83694"/>
              <a:ext cx="53594" cy="443488"/>
            </a:xfrm>
            <a:custGeom>
              <a:avLst/>
              <a:gdLst/>
              <a:ahLst/>
              <a:cxnLst/>
              <a:rect r="r" b="b" t="t" l="l"/>
              <a:pathLst>
                <a:path h="443488" w="53594">
                  <a:moveTo>
                    <a:pt x="53594" y="0"/>
                  </a:moveTo>
                  <a:lnTo>
                    <a:pt x="53594" y="221744"/>
                  </a:lnTo>
                  <a:lnTo>
                    <a:pt x="53594" y="443488"/>
                  </a:lnTo>
                  <a:lnTo>
                    <a:pt x="0" y="443488"/>
                  </a:lnTo>
                  <a:lnTo>
                    <a:pt x="0" y="221744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1" id="201"/>
            <p:cNvSpPr/>
            <p:nvPr/>
          </p:nvSpPr>
          <p:spPr>
            <a:xfrm flipH="false" flipV="false" rot="0">
              <a:off x="566547" y="63501"/>
              <a:ext cx="294640" cy="470920"/>
            </a:xfrm>
            <a:custGeom>
              <a:avLst/>
              <a:gdLst/>
              <a:ahLst/>
              <a:cxnLst/>
              <a:rect r="r" b="b" t="t" l="l"/>
              <a:pathLst>
                <a:path h="470920" w="294640">
                  <a:moveTo>
                    <a:pt x="155956" y="470920"/>
                  </a:moveTo>
                  <a:cubicBezTo>
                    <a:pt x="59563" y="470920"/>
                    <a:pt x="0" y="402466"/>
                    <a:pt x="0" y="300103"/>
                  </a:cubicBezTo>
                  <a:cubicBezTo>
                    <a:pt x="0" y="197994"/>
                    <a:pt x="58928" y="126874"/>
                    <a:pt x="149733" y="126874"/>
                  </a:cubicBezTo>
                  <a:cubicBezTo>
                    <a:pt x="220218" y="126874"/>
                    <a:pt x="294640" y="170308"/>
                    <a:pt x="294640" y="293245"/>
                  </a:cubicBezTo>
                  <a:lnTo>
                    <a:pt x="294640" y="304421"/>
                  </a:lnTo>
                  <a:lnTo>
                    <a:pt x="294640" y="315598"/>
                  </a:lnTo>
                  <a:lnTo>
                    <a:pt x="54102" y="315598"/>
                  </a:lnTo>
                  <a:cubicBezTo>
                    <a:pt x="56769" y="385194"/>
                    <a:pt x="97282" y="423295"/>
                    <a:pt x="156210" y="423295"/>
                  </a:cubicBezTo>
                  <a:cubicBezTo>
                    <a:pt x="195453" y="423295"/>
                    <a:pt x="224917" y="406022"/>
                    <a:pt x="237490" y="372113"/>
                  </a:cubicBezTo>
                  <a:lnTo>
                    <a:pt x="289306" y="386337"/>
                  </a:lnTo>
                  <a:cubicBezTo>
                    <a:pt x="273812" y="436630"/>
                    <a:pt x="224155" y="470920"/>
                    <a:pt x="155956" y="470920"/>
                  </a:cubicBezTo>
                  <a:close/>
                  <a:moveTo>
                    <a:pt x="54483" y="270258"/>
                  </a:moveTo>
                  <a:lnTo>
                    <a:pt x="240157" y="270258"/>
                  </a:lnTo>
                  <a:cubicBezTo>
                    <a:pt x="235077" y="213743"/>
                    <a:pt x="204470" y="174372"/>
                    <a:pt x="149733" y="174372"/>
                  </a:cubicBezTo>
                  <a:cubicBezTo>
                    <a:pt x="92583" y="174372"/>
                    <a:pt x="57785" y="219331"/>
                    <a:pt x="54483" y="270258"/>
                  </a:cubicBezTo>
                  <a:close/>
                  <a:moveTo>
                    <a:pt x="124968" y="87503"/>
                  </a:moveTo>
                  <a:lnTo>
                    <a:pt x="166624" y="0"/>
                  </a:lnTo>
                  <a:lnTo>
                    <a:pt x="226441" y="0"/>
                  </a:lnTo>
                  <a:lnTo>
                    <a:pt x="168783" y="87503"/>
                  </a:lnTo>
                  <a:lnTo>
                    <a:pt x="124968" y="87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921893" y="190375"/>
              <a:ext cx="287655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5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9"/>
                  </a:cubicBezTo>
                  <a:lnTo>
                    <a:pt x="234950" y="106554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8" y="296167"/>
                  </a:cubicBezTo>
                  <a:cubicBezTo>
                    <a:pt x="196342" y="296167"/>
                    <a:pt x="226695" y="270893"/>
                    <a:pt x="236474" y="234825"/>
                  </a:cubicBezTo>
                  <a:lnTo>
                    <a:pt x="287655" y="249430"/>
                  </a:lnTo>
                  <a:cubicBezTo>
                    <a:pt x="269748" y="308613"/>
                    <a:pt x="216789" y="344046"/>
                    <a:pt x="151638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3" id="203"/>
            <p:cNvSpPr/>
            <p:nvPr/>
          </p:nvSpPr>
          <p:spPr>
            <a:xfrm flipH="false" flipV="false" rot="0">
              <a:off x="1245108" y="115317"/>
              <a:ext cx="181356" cy="415929"/>
            </a:xfrm>
            <a:custGeom>
              <a:avLst/>
              <a:gdLst/>
              <a:ahLst/>
              <a:cxnLst/>
              <a:rect r="r" b="b" t="t" l="l"/>
              <a:pathLst>
                <a:path h="415929" w="181356">
                  <a:moveTo>
                    <a:pt x="172085" y="79122"/>
                  </a:moveTo>
                  <a:lnTo>
                    <a:pt x="172085" y="101982"/>
                  </a:lnTo>
                  <a:lnTo>
                    <a:pt x="172085" y="124842"/>
                  </a:lnTo>
                  <a:lnTo>
                    <a:pt x="103632" y="124842"/>
                  </a:lnTo>
                  <a:lnTo>
                    <a:pt x="103632" y="225173"/>
                  </a:lnTo>
                  <a:lnTo>
                    <a:pt x="103632" y="325504"/>
                  </a:lnTo>
                  <a:cubicBezTo>
                    <a:pt x="103632" y="355222"/>
                    <a:pt x="114681" y="368304"/>
                    <a:pt x="142875" y="368304"/>
                  </a:cubicBezTo>
                  <a:cubicBezTo>
                    <a:pt x="149733" y="368304"/>
                    <a:pt x="161290" y="366525"/>
                    <a:pt x="170307" y="364747"/>
                  </a:cubicBezTo>
                  <a:lnTo>
                    <a:pt x="181356" y="409960"/>
                  </a:lnTo>
                  <a:cubicBezTo>
                    <a:pt x="170307" y="413770"/>
                    <a:pt x="155194" y="415929"/>
                    <a:pt x="141478" y="415929"/>
                  </a:cubicBezTo>
                  <a:cubicBezTo>
                    <a:pt x="84074" y="415929"/>
                    <a:pt x="50165" y="384052"/>
                    <a:pt x="50165" y="329568"/>
                  </a:cubicBezTo>
                  <a:lnTo>
                    <a:pt x="50165" y="227332"/>
                  </a:lnTo>
                  <a:lnTo>
                    <a:pt x="50165" y="124969"/>
                  </a:lnTo>
                  <a:lnTo>
                    <a:pt x="0" y="124969"/>
                  </a:lnTo>
                  <a:lnTo>
                    <a:pt x="0" y="102109"/>
                  </a:lnTo>
                  <a:lnTo>
                    <a:pt x="0" y="79249"/>
                  </a:lnTo>
                  <a:lnTo>
                    <a:pt x="50038" y="79249"/>
                  </a:lnTo>
                  <a:lnTo>
                    <a:pt x="50038" y="39497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9"/>
                  </a:lnTo>
                  <a:lnTo>
                    <a:pt x="172085" y="7924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1485646" y="189740"/>
              <a:ext cx="168783" cy="337442"/>
            </a:xfrm>
            <a:custGeom>
              <a:avLst/>
              <a:gdLst/>
              <a:ahLst/>
              <a:cxnLst/>
              <a:rect r="r" b="b" t="t" l="l"/>
              <a:pathLst>
                <a:path h="337442" w="168783">
                  <a:moveTo>
                    <a:pt x="0" y="337442"/>
                  </a:moveTo>
                  <a:lnTo>
                    <a:pt x="0" y="171070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7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2"/>
                    <a:pt x="53594" y="129160"/>
                  </a:cubicBezTo>
                  <a:lnTo>
                    <a:pt x="53594" y="233301"/>
                  </a:lnTo>
                  <a:lnTo>
                    <a:pt x="53594" y="337442"/>
                  </a:lnTo>
                  <a:lnTo>
                    <a:pt x="0" y="337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1714500" y="69089"/>
              <a:ext cx="74676" cy="458093"/>
            </a:xfrm>
            <a:custGeom>
              <a:avLst/>
              <a:gdLst/>
              <a:ahLst/>
              <a:cxnLst/>
              <a:rect r="r" b="b" t="t" l="l"/>
              <a:pathLst>
                <a:path h="458093" w="74676">
                  <a:moveTo>
                    <a:pt x="10160" y="458093"/>
                  </a:moveTo>
                  <a:lnTo>
                    <a:pt x="10160" y="291721"/>
                  </a:lnTo>
                  <a:lnTo>
                    <a:pt x="10160" y="125350"/>
                  </a:lnTo>
                  <a:lnTo>
                    <a:pt x="63754" y="125350"/>
                  </a:lnTo>
                  <a:lnTo>
                    <a:pt x="63754" y="291721"/>
                  </a:lnTo>
                  <a:lnTo>
                    <a:pt x="63754" y="458093"/>
                  </a:lnTo>
                  <a:lnTo>
                    <a:pt x="10160" y="458093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6" id="206"/>
            <p:cNvSpPr/>
            <p:nvPr/>
          </p:nvSpPr>
          <p:spPr>
            <a:xfrm flipH="false" flipV="false" rot="0">
              <a:off x="1856105" y="190375"/>
              <a:ext cx="287655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5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9"/>
                  </a:cubicBezTo>
                  <a:lnTo>
                    <a:pt x="234950" y="106554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8" y="296167"/>
                  </a:cubicBezTo>
                  <a:cubicBezTo>
                    <a:pt x="196342" y="296167"/>
                    <a:pt x="226695" y="270893"/>
                    <a:pt x="236474" y="234825"/>
                  </a:cubicBezTo>
                  <a:lnTo>
                    <a:pt x="287655" y="249430"/>
                  </a:lnTo>
                  <a:cubicBezTo>
                    <a:pt x="269748" y="308613"/>
                    <a:pt x="216789" y="344046"/>
                    <a:pt x="151638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7" id="207"/>
            <p:cNvSpPr/>
            <p:nvPr/>
          </p:nvSpPr>
          <p:spPr>
            <a:xfrm flipH="false" flipV="false" rot="0">
              <a:off x="2206117" y="190248"/>
              <a:ext cx="268605" cy="344681"/>
            </a:xfrm>
            <a:custGeom>
              <a:avLst/>
              <a:gdLst/>
              <a:ahLst/>
              <a:cxnLst/>
              <a:rect r="r" b="b" t="t" l="l"/>
              <a:pathLst>
                <a:path h="344681" w="268605">
                  <a:moveTo>
                    <a:pt x="113411" y="344681"/>
                  </a:moveTo>
                  <a:cubicBezTo>
                    <a:pt x="50292" y="344681"/>
                    <a:pt x="0" y="307724"/>
                    <a:pt x="0" y="242318"/>
                  </a:cubicBezTo>
                  <a:cubicBezTo>
                    <a:pt x="0" y="166117"/>
                    <a:pt x="67818" y="152147"/>
                    <a:pt x="129413" y="144400"/>
                  </a:cubicBezTo>
                  <a:cubicBezTo>
                    <a:pt x="189483" y="136399"/>
                    <a:pt x="214883" y="139574"/>
                    <a:pt x="214883" y="112269"/>
                  </a:cubicBezTo>
                  <a:cubicBezTo>
                    <a:pt x="214883" y="70866"/>
                    <a:pt x="191388" y="47117"/>
                    <a:pt x="145288" y="47117"/>
                  </a:cubicBezTo>
                  <a:cubicBezTo>
                    <a:pt x="97409" y="47117"/>
                    <a:pt x="71501" y="72771"/>
                    <a:pt x="61087" y="95886"/>
                  </a:cubicBezTo>
                  <a:lnTo>
                    <a:pt x="9652" y="78868"/>
                  </a:lnTo>
                  <a:cubicBezTo>
                    <a:pt x="35306" y="18415"/>
                    <a:pt x="92456" y="0"/>
                    <a:pt x="143890" y="0"/>
                  </a:cubicBezTo>
                  <a:cubicBezTo>
                    <a:pt x="188594" y="0"/>
                    <a:pt x="268604" y="13716"/>
                    <a:pt x="268604" y="117603"/>
                  </a:cubicBezTo>
                  <a:lnTo>
                    <a:pt x="268604" y="227332"/>
                  </a:lnTo>
                  <a:lnTo>
                    <a:pt x="268604" y="337061"/>
                  </a:lnTo>
                  <a:lnTo>
                    <a:pt x="215899" y="337061"/>
                  </a:lnTo>
                  <a:lnTo>
                    <a:pt x="215899" y="314328"/>
                  </a:lnTo>
                  <a:lnTo>
                    <a:pt x="215899" y="291722"/>
                  </a:lnTo>
                  <a:lnTo>
                    <a:pt x="212343" y="291722"/>
                  </a:lnTo>
                  <a:cubicBezTo>
                    <a:pt x="201040" y="315217"/>
                    <a:pt x="169798" y="344681"/>
                    <a:pt x="113538" y="344681"/>
                  </a:cubicBezTo>
                  <a:close/>
                  <a:moveTo>
                    <a:pt x="122809" y="297310"/>
                  </a:moveTo>
                  <a:cubicBezTo>
                    <a:pt x="181990" y="297310"/>
                    <a:pt x="215137" y="257431"/>
                    <a:pt x="215137" y="216664"/>
                  </a:cubicBezTo>
                  <a:lnTo>
                    <a:pt x="215137" y="193677"/>
                  </a:lnTo>
                  <a:lnTo>
                    <a:pt x="215137" y="170562"/>
                  </a:lnTo>
                  <a:cubicBezTo>
                    <a:pt x="206247" y="180976"/>
                    <a:pt x="147827" y="186946"/>
                    <a:pt x="127381" y="189613"/>
                  </a:cubicBezTo>
                  <a:cubicBezTo>
                    <a:pt x="88392" y="194693"/>
                    <a:pt x="54102" y="207139"/>
                    <a:pt x="54102" y="244985"/>
                  </a:cubicBezTo>
                  <a:cubicBezTo>
                    <a:pt x="54102" y="279529"/>
                    <a:pt x="82931" y="297310"/>
                    <a:pt x="122809" y="2973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5730529" y="8909117"/>
            <a:ext cx="228816" cy="56203"/>
            <a:chOff x="0" y="0"/>
            <a:chExt cx="2225637" cy="54667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63500" y="138558"/>
              <a:ext cx="294640" cy="344045"/>
            </a:xfrm>
            <a:custGeom>
              <a:avLst/>
              <a:gdLst/>
              <a:ahLst/>
              <a:cxnLst/>
              <a:rect r="r" b="b" t="t" l="l"/>
              <a:pathLst>
                <a:path h="344045" w="294640">
                  <a:moveTo>
                    <a:pt x="155956" y="344045"/>
                  </a:moveTo>
                  <a:cubicBezTo>
                    <a:pt x="59563" y="344045"/>
                    <a:pt x="0" y="275592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71"/>
                  </a:cubicBezTo>
                  <a:lnTo>
                    <a:pt x="294640" y="177547"/>
                  </a:lnTo>
                  <a:lnTo>
                    <a:pt x="294640" y="188723"/>
                  </a:lnTo>
                  <a:lnTo>
                    <a:pt x="54229" y="188723"/>
                  </a:lnTo>
                  <a:cubicBezTo>
                    <a:pt x="56896" y="258319"/>
                    <a:pt x="97409" y="296420"/>
                    <a:pt x="156337" y="296420"/>
                  </a:cubicBezTo>
                  <a:cubicBezTo>
                    <a:pt x="195580" y="296420"/>
                    <a:pt x="225044" y="279148"/>
                    <a:pt x="237617" y="245238"/>
                  </a:cubicBezTo>
                  <a:lnTo>
                    <a:pt x="289433" y="259462"/>
                  </a:lnTo>
                  <a:cubicBezTo>
                    <a:pt x="273812" y="309755"/>
                    <a:pt x="224155" y="344045"/>
                    <a:pt x="155956" y="344045"/>
                  </a:cubicBezTo>
                  <a:close/>
                  <a:moveTo>
                    <a:pt x="54483" y="143384"/>
                  </a:moveTo>
                  <a:lnTo>
                    <a:pt x="240157" y="143384"/>
                  </a:lnTo>
                  <a:cubicBezTo>
                    <a:pt x="235077" y="86868"/>
                    <a:pt x="204470" y="47498"/>
                    <a:pt x="149733" y="47498"/>
                  </a:cubicBezTo>
                  <a:cubicBezTo>
                    <a:pt x="92583" y="47498"/>
                    <a:pt x="57785" y="92456"/>
                    <a:pt x="54483" y="1433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0" id="210"/>
            <p:cNvSpPr/>
            <p:nvPr/>
          </p:nvSpPr>
          <p:spPr>
            <a:xfrm flipH="false" flipV="false" rot="0">
              <a:off x="393572" y="142622"/>
              <a:ext cx="294132" cy="332869"/>
            </a:xfrm>
            <a:custGeom>
              <a:avLst/>
              <a:gdLst/>
              <a:ahLst/>
              <a:cxnLst/>
              <a:rect r="r" b="b" t="t" l="l"/>
              <a:pathLst>
                <a:path h="332869" w="294132">
                  <a:moveTo>
                    <a:pt x="0" y="332869"/>
                  </a:moveTo>
                  <a:lnTo>
                    <a:pt x="116967" y="161926"/>
                  </a:lnTo>
                  <a:lnTo>
                    <a:pt x="6858" y="0"/>
                  </a:lnTo>
                  <a:lnTo>
                    <a:pt x="69342" y="0"/>
                  </a:lnTo>
                  <a:cubicBezTo>
                    <a:pt x="95504" y="40513"/>
                    <a:pt x="126492" y="88392"/>
                    <a:pt x="148844" y="129414"/>
                  </a:cubicBezTo>
                  <a:cubicBezTo>
                    <a:pt x="168783" y="87122"/>
                    <a:pt x="201168" y="39497"/>
                    <a:pt x="227457" y="0"/>
                  </a:cubicBezTo>
                  <a:lnTo>
                    <a:pt x="288798" y="0"/>
                  </a:lnTo>
                  <a:lnTo>
                    <a:pt x="177419" y="164974"/>
                  </a:lnTo>
                  <a:lnTo>
                    <a:pt x="294132" y="332869"/>
                  </a:lnTo>
                  <a:lnTo>
                    <a:pt x="231902" y="332869"/>
                  </a:lnTo>
                  <a:cubicBezTo>
                    <a:pt x="203962" y="290070"/>
                    <a:pt x="170561" y="240539"/>
                    <a:pt x="146431" y="196597"/>
                  </a:cubicBezTo>
                  <a:cubicBezTo>
                    <a:pt x="124714" y="241301"/>
                    <a:pt x="89535" y="290705"/>
                    <a:pt x="61849" y="332869"/>
                  </a:cubicBezTo>
                  <a:lnTo>
                    <a:pt x="0" y="33286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724788" y="63500"/>
              <a:ext cx="181356" cy="415928"/>
            </a:xfrm>
            <a:custGeom>
              <a:avLst/>
              <a:gdLst/>
              <a:ahLst/>
              <a:cxnLst/>
              <a:rect r="r" b="b" t="t" l="l"/>
              <a:pathLst>
                <a:path h="415928" w="181356">
                  <a:moveTo>
                    <a:pt x="172085" y="79122"/>
                  </a:moveTo>
                  <a:lnTo>
                    <a:pt x="172085" y="101982"/>
                  </a:lnTo>
                  <a:lnTo>
                    <a:pt x="172085" y="124842"/>
                  </a:lnTo>
                  <a:lnTo>
                    <a:pt x="103632" y="124842"/>
                  </a:lnTo>
                  <a:lnTo>
                    <a:pt x="103632" y="225173"/>
                  </a:lnTo>
                  <a:lnTo>
                    <a:pt x="103632" y="325503"/>
                  </a:lnTo>
                  <a:cubicBezTo>
                    <a:pt x="103632" y="355222"/>
                    <a:pt x="114681" y="368303"/>
                    <a:pt x="142875" y="368303"/>
                  </a:cubicBezTo>
                  <a:cubicBezTo>
                    <a:pt x="149733" y="368303"/>
                    <a:pt x="161290" y="366525"/>
                    <a:pt x="170307" y="364747"/>
                  </a:cubicBezTo>
                  <a:lnTo>
                    <a:pt x="181356" y="409959"/>
                  </a:lnTo>
                  <a:cubicBezTo>
                    <a:pt x="170307" y="413769"/>
                    <a:pt x="155194" y="415928"/>
                    <a:pt x="141478" y="415928"/>
                  </a:cubicBezTo>
                  <a:cubicBezTo>
                    <a:pt x="84074" y="415928"/>
                    <a:pt x="50165" y="384051"/>
                    <a:pt x="50165" y="329567"/>
                  </a:cubicBezTo>
                  <a:lnTo>
                    <a:pt x="50165" y="227459"/>
                  </a:lnTo>
                  <a:lnTo>
                    <a:pt x="50165" y="124969"/>
                  </a:lnTo>
                  <a:lnTo>
                    <a:pt x="0" y="124969"/>
                  </a:lnTo>
                  <a:lnTo>
                    <a:pt x="0" y="102109"/>
                  </a:lnTo>
                  <a:lnTo>
                    <a:pt x="0" y="79249"/>
                  </a:lnTo>
                  <a:lnTo>
                    <a:pt x="50038" y="79249"/>
                  </a:lnTo>
                  <a:lnTo>
                    <a:pt x="50038" y="39625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5"/>
                  </a:lnTo>
                  <a:lnTo>
                    <a:pt x="103632" y="79249"/>
                  </a:lnTo>
                  <a:lnTo>
                    <a:pt x="172085" y="7924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2" id="212"/>
            <p:cNvSpPr/>
            <p:nvPr/>
          </p:nvSpPr>
          <p:spPr>
            <a:xfrm flipH="false" flipV="false" rot="0">
              <a:off x="943355" y="138558"/>
              <a:ext cx="294640" cy="344045"/>
            </a:xfrm>
            <a:custGeom>
              <a:avLst/>
              <a:gdLst/>
              <a:ahLst/>
              <a:cxnLst/>
              <a:rect r="r" b="b" t="t" l="l"/>
              <a:pathLst>
                <a:path h="344045" w="294640">
                  <a:moveTo>
                    <a:pt x="155955" y="344045"/>
                  </a:moveTo>
                  <a:cubicBezTo>
                    <a:pt x="59563" y="344045"/>
                    <a:pt x="0" y="275592"/>
                    <a:pt x="0" y="173229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9" y="43434"/>
                    <a:pt x="294639" y="166371"/>
                  </a:cubicBezTo>
                  <a:lnTo>
                    <a:pt x="294639" y="177547"/>
                  </a:lnTo>
                  <a:lnTo>
                    <a:pt x="294639" y="188723"/>
                  </a:lnTo>
                  <a:lnTo>
                    <a:pt x="54102" y="188723"/>
                  </a:lnTo>
                  <a:cubicBezTo>
                    <a:pt x="56769" y="258319"/>
                    <a:pt x="97281" y="296420"/>
                    <a:pt x="156209" y="296420"/>
                  </a:cubicBezTo>
                  <a:cubicBezTo>
                    <a:pt x="195452" y="296420"/>
                    <a:pt x="224916" y="279148"/>
                    <a:pt x="237489" y="245238"/>
                  </a:cubicBezTo>
                  <a:lnTo>
                    <a:pt x="289305" y="259462"/>
                  </a:lnTo>
                  <a:cubicBezTo>
                    <a:pt x="273811" y="309755"/>
                    <a:pt x="224027" y="344045"/>
                    <a:pt x="155955" y="344045"/>
                  </a:cubicBezTo>
                  <a:close/>
                  <a:moveTo>
                    <a:pt x="54483" y="143384"/>
                  </a:moveTo>
                  <a:lnTo>
                    <a:pt x="240156" y="143384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3" y="47498"/>
                    <a:pt x="57785" y="92456"/>
                    <a:pt x="54483" y="1433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3" id="213"/>
            <p:cNvSpPr/>
            <p:nvPr/>
          </p:nvSpPr>
          <p:spPr>
            <a:xfrm flipH="false" flipV="false" rot="0">
              <a:off x="1314702" y="137923"/>
              <a:ext cx="168783" cy="337568"/>
            </a:xfrm>
            <a:custGeom>
              <a:avLst/>
              <a:gdLst/>
              <a:ahLst/>
              <a:cxnLst/>
              <a:rect r="r" b="b" t="t" l="l"/>
              <a:pathLst>
                <a:path h="337568" w="168783">
                  <a:moveTo>
                    <a:pt x="0" y="337568"/>
                  </a:moveTo>
                  <a:lnTo>
                    <a:pt x="0" y="171070"/>
                  </a:lnTo>
                  <a:lnTo>
                    <a:pt x="0" y="4699"/>
                  </a:lnTo>
                  <a:lnTo>
                    <a:pt x="51816" y="4699"/>
                  </a:lnTo>
                  <a:lnTo>
                    <a:pt x="51816" y="30353"/>
                  </a:lnTo>
                  <a:lnTo>
                    <a:pt x="51816" y="56007"/>
                  </a:lnTo>
                  <a:lnTo>
                    <a:pt x="55372" y="56007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7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1"/>
                    <a:pt x="53594" y="129160"/>
                  </a:cubicBezTo>
                  <a:lnTo>
                    <a:pt x="53594" y="233300"/>
                  </a:lnTo>
                  <a:lnTo>
                    <a:pt x="53594" y="337441"/>
                  </a:lnTo>
                  <a:lnTo>
                    <a:pt x="0" y="33744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1553716" y="138431"/>
              <a:ext cx="266064" cy="336933"/>
            </a:xfrm>
            <a:custGeom>
              <a:avLst/>
              <a:gdLst/>
              <a:ahLst/>
              <a:cxnLst/>
              <a:rect r="r" b="b" t="t" l="l"/>
              <a:pathLst>
                <a:path h="336933" w="266064">
                  <a:moveTo>
                    <a:pt x="53594" y="137542"/>
                  </a:moveTo>
                  <a:lnTo>
                    <a:pt x="53594" y="237237"/>
                  </a:lnTo>
                  <a:lnTo>
                    <a:pt x="53594" y="336933"/>
                  </a:lnTo>
                  <a:lnTo>
                    <a:pt x="0" y="336933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2" y="0"/>
                  </a:cubicBezTo>
                  <a:cubicBezTo>
                    <a:pt x="220852" y="0"/>
                    <a:pt x="266064" y="41402"/>
                    <a:pt x="266064" y="125604"/>
                  </a:cubicBezTo>
                  <a:lnTo>
                    <a:pt x="266064" y="231268"/>
                  </a:lnTo>
                  <a:lnTo>
                    <a:pt x="266064" y="336933"/>
                  </a:lnTo>
                  <a:lnTo>
                    <a:pt x="212470" y="336933"/>
                  </a:lnTo>
                  <a:lnTo>
                    <a:pt x="212470" y="233554"/>
                  </a:lnTo>
                  <a:lnTo>
                    <a:pt x="212470" y="130176"/>
                  </a:lnTo>
                  <a:cubicBezTo>
                    <a:pt x="212470" y="78994"/>
                    <a:pt x="183895" y="48387"/>
                    <a:pt x="137414" y="48387"/>
                  </a:cubicBezTo>
                  <a:cubicBezTo>
                    <a:pt x="89535" y="48387"/>
                    <a:pt x="53467" y="80772"/>
                    <a:pt x="53467" y="1376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5" id="215"/>
            <p:cNvSpPr/>
            <p:nvPr/>
          </p:nvSpPr>
          <p:spPr>
            <a:xfrm flipH="false" flipV="false" rot="0">
              <a:off x="1893694" y="138431"/>
              <a:ext cx="268605" cy="344680"/>
            </a:xfrm>
            <a:custGeom>
              <a:avLst/>
              <a:gdLst/>
              <a:ahLst/>
              <a:cxnLst/>
              <a:rect r="r" b="b" t="t" l="l"/>
              <a:pathLst>
                <a:path h="344680" w="268605">
                  <a:moveTo>
                    <a:pt x="113411" y="344680"/>
                  </a:moveTo>
                  <a:cubicBezTo>
                    <a:pt x="50292" y="344680"/>
                    <a:pt x="0" y="307723"/>
                    <a:pt x="0" y="242317"/>
                  </a:cubicBezTo>
                  <a:cubicBezTo>
                    <a:pt x="0" y="166117"/>
                    <a:pt x="67818" y="152147"/>
                    <a:pt x="129413" y="144400"/>
                  </a:cubicBezTo>
                  <a:cubicBezTo>
                    <a:pt x="189484" y="136399"/>
                    <a:pt x="214884" y="139574"/>
                    <a:pt x="214884" y="112269"/>
                  </a:cubicBezTo>
                  <a:cubicBezTo>
                    <a:pt x="214884" y="70866"/>
                    <a:pt x="191389" y="47117"/>
                    <a:pt x="145288" y="47117"/>
                  </a:cubicBezTo>
                  <a:cubicBezTo>
                    <a:pt x="97409" y="47117"/>
                    <a:pt x="71501" y="72771"/>
                    <a:pt x="61087" y="95885"/>
                  </a:cubicBezTo>
                  <a:lnTo>
                    <a:pt x="9652" y="78867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3"/>
                  </a:cubicBezTo>
                  <a:lnTo>
                    <a:pt x="268605" y="227331"/>
                  </a:lnTo>
                  <a:lnTo>
                    <a:pt x="268605" y="337060"/>
                  </a:lnTo>
                  <a:lnTo>
                    <a:pt x="215773" y="337060"/>
                  </a:lnTo>
                  <a:lnTo>
                    <a:pt x="215773" y="314327"/>
                  </a:lnTo>
                  <a:lnTo>
                    <a:pt x="215773" y="291721"/>
                  </a:lnTo>
                  <a:lnTo>
                    <a:pt x="212217" y="291721"/>
                  </a:lnTo>
                  <a:cubicBezTo>
                    <a:pt x="200914" y="315216"/>
                    <a:pt x="169672" y="344680"/>
                    <a:pt x="113411" y="344680"/>
                  </a:cubicBezTo>
                  <a:close/>
                  <a:moveTo>
                    <a:pt x="122682" y="297309"/>
                  </a:moveTo>
                  <a:cubicBezTo>
                    <a:pt x="181864" y="297309"/>
                    <a:pt x="215011" y="257430"/>
                    <a:pt x="215011" y="216663"/>
                  </a:cubicBezTo>
                  <a:lnTo>
                    <a:pt x="215011" y="193676"/>
                  </a:lnTo>
                  <a:lnTo>
                    <a:pt x="215011" y="170562"/>
                  </a:lnTo>
                  <a:cubicBezTo>
                    <a:pt x="206121" y="180976"/>
                    <a:pt x="147701" y="186945"/>
                    <a:pt x="127254" y="189612"/>
                  </a:cubicBezTo>
                  <a:cubicBezTo>
                    <a:pt x="88265" y="194692"/>
                    <a:pt x="53975" y="207138"/>
                    <a:pt x="53975" y="244984"/>
                  </a:cubicBezTo>
                  <a:cubicBezTo>
                    <a:pt x="53975" y="279529"/>
                    <a:pt x="82804" y="297309"/>
                    <a:pt x="122682" y="2973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749103" y="7040364"/>
            <a:ext cx="218626" cy="60946"/>
            <a:chOff x="0" y="0"/>
            <a:chExt cx="2126526" cy="592798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63500" y="184021"/>
              <a:ext cx="168783" cy="337562"/>
            </a:xfrm>
            <a:custGeom>
              <a:avLst/>
              <a:gdLst/>
              <a:ahLst/>
              <a:cxnLst/>
              <a:rect r="r" b="b" t="t" l="l"/>
              <a:pathLst>
                <a:path h="337562" w="168783">
                  <a:moveTo>
                    <a:pt x="0" y="337563"/>
                  </a:moveTo>
                  <a:lnTo>
                    <a:pt x="0" y="171194"/>
                  </a:lnTo>
                  <a:lnTo>
                    <a:pt x="0" y="4826"/>
                  </a:lnTo>
                  <a:lnTo>
                    <a:pt x="51816" y="4826"/>
                  </a:lnTo>
                  <a:lnTo>
                    <a:pt x="51816" y="30480"/>
                  </a:lnTo>
                  <a:lnTo>
                    <a:pt x="51816" y="56006"/>
                  </a:lnTo>
                  <a:lnTo>
                    <a:pt x="55372" y="56006"/>
                  </a:lnTo>
                  <a:cubicBezTo>
                    <a:pt x="67564" y="22352"/>
                    <a:pt x="102108" y="0"/>
                    <a:pt x="141732" y="0"/>
                  </a:cubicBezTo>
                  <a:cubicBezTo>
                    <a:pt x="149479" y="0"/>
                    <a:pt x="162560" y="635"/>
                    <a:pt x="168783" y="889"/>
                  </a:cubicBezTo>
                  <a:lnTo>
                    <a:pt x="168783" y="27940"/>
                  </a:lnTo>
                  <a:lnTo>
                    <a:pt x="168783" y="54736"/>
                  </a:lnTo>
                  <a:cubicBezTo>
                    <a:pt x="165481" y="54102"/>
                    <a:pt x="150876" y="51816"/>
                    <a:pt x="136652" y="51816"/>
                  </a:cubicBezTo>
                  <a:cubicBezTo>
                    <a:pt x="88773" y="51816"/>
                    <a:pt x="53594" y="84200"/>
                    <a:pt x="53594" y="129158"/>
                  </a:cubicBezTo>
                  <a:lnTo>
                    <a:pt x="53594" y="233297"/>
                  </a:lnTo>
                  <a:lnTo>
                    <a:pt x="53594" y="337435"/>
                  </a:lnTo>
                  <a:lnTo>
                    <a:pt x="0" y="3374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8" id="218"/>
            <p:cNvSpPr/>
            <p:nvPr/>
          </p:nvSpPr>
          <p:spPr>
            <a:xfrm flipH="false" flipV="false" rot="0">
              <a:off x="266827" y="184656"/>
              <a:ext cx="294640" cy="344039"/>
            </a:xfrm>
            <a:custGeom>
              <a:avLst/>
              <a:gdLst/>
              <a:ahLst/>
              <a:cxnLst/>
              <a:rect r="r" b="b" t="t" l="l"/>
              <a:pathLst>
                <a:path h="344039" w="294640">
                  <a:moveTo>
                    <a:pt x="155956" y="344039"/>
                  </a:moveTo>
                  <a:cubicBezTo>
                    <a:pt x="59563" y="344039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5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8"/>
                  </a:lnTo>
                  <a:cubicBezTo>
                    <a:pt x="273812" y="309750"/>
                    <a:pt x="224155" y="344039"/>
                    <a:pt x="155956" y="344039"/>
                  </a:cubicBezTo>
                  <a:close/>
                  <a:moveTo>
                    <a:pt x="54483" y="143382"/>
                  </a:moveTo>
                  <a:lnTo>
                    <a:pt x="240157" y="143382"/>
                  </a:lnTo>
                  <a:cubicBezTo>
                    <a:pt x="235077" y="86867"/>
                    <a:pt x="204470" y="47498"/>
                    <a:pt x="149733" y="47498"/>
                  </a:cubicBezTo>
                  <a:cubicBezTo>
                    <a:pt x="92583" y="47498"/>
                    <a:pt x="57785" y="92455"/>
                    <a:pt x="54483" y="143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9" id="219"/>
            <p:cNvSpPr/>
            <p:nvPr/>
          </p:nvSpPr>
          <p:spPr>
            <a:xfrm flipH="false" flipV="false" rot="0">
              <a:off x="638175" y="78104"/>
              <a:ext cx="53594" cy="443479"/>
            </a:xfrm>
            <a:custGeom>
              <a:avLst/>
              <a:gdLst/>
              <a:ahLst/>
              <a:cxnLst/>
              <a:rect r="r" b="b" t="t" l="l"/>
              <a:pathLst>
                <a:path h="443479" w="53594">
                  <a:moveTo>
                    <a:pt x="53594" y="0"/>
                  </a:moveTo>
                  <a:lnTo>
                    <a:pt x="53594" y="221740"/>
                  </a:lnTo>
                  <a:lnTo>
                    <a:pt x="53594" y="443480"/>
                  </a:lnTo>
                  <a:lnTo>
                    <a:pt x="0" y="443480"/>
                  </a:lnTo>
                  <a:lnTo>
                    <a:pt x="0" y="221740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765555" y="184656"/>
              <a:ext cx="268605" cy="344674"/>
            </a:xfrm>
            <a:custGeom>
              <a:avLst/>
              <a:gdLst/>
              <a:ahLst/>
              <a:cxnLst/>
              <a:rect r="r" b="b" t="t" l="l"/>
              <a:pathLst>
                <a:path h="344674" w="268605">
                  <a:moveTo>
                    <a:pt x="113411" y="344674"/>
                  </a:moveTo>
                  <a:cubicBezTo>
                    <a:pt x="50292" y="344674"/>
                    <a:pt x="0" y="307718"/>
                    <a:pt x="0" y="242313"/>
                  </a:cubicBezTo>
                  <a:cubicBezTo>
                    <a:pt x="0" y="166114"/>
                    <a:pt x="67818" y="152144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7"/>
                    <a:pt x="145288" y="47117"/>
                  </a:cubicBezTo>
                  <a:cubicBezTo>
                    <a:pt x="97409" y="47117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900" y="337055"/>
                  </a:lnTo>
                  <a:lnTo>
                    <a:pt x="215900" y="314322"/>
                  </a:lnTo>
                  <a:lnTo>
                    <a:pt x="215900" y="291716"/>
                  </a:lnTo>
                  <a:lnTo>
                    <a:pt x="212344" y="291716"/>
                  </a:lnTo>
                  <a:cubicBezTo>
                    <a:pt x="201041" y="315211"/>
                    <a:pt x="169799" y="344674"/>
                    <a:pt x="113538" y="344674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6"/>
                    <a:pt x="215138" y="216660"/>
                  </a:cubicBezTo>
                  <a:lnTo>
                    <a:pt x="215138" y="193546"/>
                  </a:lnTo>
                  <a:lnTo>
                    <a:pt x="215138" y="170559"/>
                  </a:lnTo>
                  <a:cubicBezTo>
                    <a:pt x="206248" y="180973"/>
                    <a:pt x="147828" y="186942"/>
                    <a:pt x="127381" y="189609"/>
                  </a:cubicBezTo>
                  <a:cubicBezTo>
                    <a:pt x="88392" y="194689"/>
                    <a:pt x="54102" y="207135"/>
                    <a:pt x="54102" y="244980"/>
                  </a:cubicBezTo>
                  <a:cubicBezTo>
                    <a:pt x="54102" y="279524"/>
                    <a:pt x="82931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1" id="221"/>
            <p:cNvSpPr/>
            <p:nvPr/>
          </p:nvSpPr>
          <p:spPr>
            <a:xfrm flipH="false" flipV="false" rot="0">
              <a:off x="1087119" y="109600"/>
              <a:ext cx="181229" cy="416048"/>
            </a:xfrm>
            <a:custGeom>
              <a:avLst/>
              <a:gdLst/>
              <a:ahLst/>
              <a:cxnLst/>
              <a:rect r="r" b="b" t="t" l="l"/>
              <a:pathLst>
                <a:path h="416048" w="181229">
                  <a:moveTo>
                    <a:pt x="171958" y="79247"/>
                  </a:moveTo>
                  <a:lnTo>
                    <a:pt x="171958" y="102107"/>
                  </a:lnTo>
                  <a:lnTo>
                    <a:pt x="171958" y="124967"/>
                  </a:lnTo>
                  <a:lnTo>
                    <a:pt x="103505" y="124967"/>
                  </a:lnTo>
                  <a:lnTo>
                    <a:pt x="103505" y="225295"/>
                  </a:lnTo>
                  <a:lnTo>
                    <a:pt x="103505" y="325624"/>
                  </a:lnTo>
                  <a:cubicBezTo>
                    <a:pt x="103505" y="355342"/>
                    <a:pt x="114554" y="368423"/>
                    <a:pt x="142748" y="368423"/>
                  </a:cubicBezTo>
                  <a:cubicBezTo>
                    <a:pt x="149606" y="368423"/>
                    <a:pt x="161163" y="366645"/>
                    <a:pt x="170180" y="364867"/>
                  </a:cubicBezTo>
                  <a:lnTo>
                    <a:pt x="181229" y="410079"/>
                  </a:lnTo>
                  <a:cubicBezTo>
                    <a:pt x="170180" y="413889"/>
                    <a:pt x="155067" y="416047"/>
                    <a:pt x="141351" y="416047"/>
                  </a:cubicBezTo>
                  <a:cubicBezTo>
                    <a:pt x="83947" y="416047"/>
                    <a:pt x="50038" y="384171"/>
                    <a:pt x="50038" y="329688"/>
                  </a:cubicBezTo>
                  <a:lnTo>
                    <a:pt x="50038" y="227454"/>
                  </a:lnTo>
                  <a:lnTo>
                    <a:pt x="50038" y="125094"/>
                  </a:lnTo>
                  <a:lnTo>
                    <a:pt x="0" y="125094"/>
                  </a:lnTo>
                  <a:lnTo>
                    <a:pt x="0" y="102234"/>
                  </a:lnTo>
                  <a:lnTo>
                    <a:pt x="0" y="79374"/>
                  </a:lnTo>
                  <a:lnTo>
                    <a:pt x="50038" y="79374"/>
                  </a:lnTo>
                  <a:lnTo>
                    <a:pt x="50038" y="39623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3"/>
                  </a:lnTo>
                  <a:lnTo>
                    <a:pt x="103632" y="79247"/>
                  </a:lnTo>
                  <a:lnTo>
                    <a:pt x="172085" y="7924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2" id="222"/>
            <p:cNvSpPr/>
            <p:nvPr/>
          </p:nvSpPr>
          <p:spPr>
            <a:xfrm flipH="false" flipV="false" rot="0">
              <a:off x="1317370" y="63499"/>
              <a:ext cx="74803" cy="458084"/>
            </a:xfrm>
            <a:custGeom>
              <a:avLst/>
              <a:gdLst/>
              <a:ahLst/>
              <a:cxnLst/>
              <a:rect r="r" b="b" t="t" l="l"/>
              <a:pathLst>
                <a:path h="458084" w="74803">
                  <a:moveTo>
                    <a:pt x="10160" y="458085"/>
                  </a:moveTo>
                  <a:lnTo>
                    <a:pt x="10160" y="291716"/>
                  </a:lnTo>
                  <a:lnTo>
                    <a:pt x="10160" y="125348"/>
                  </a:lnTo>
                  <a:lnTo>
                    <a:pt x="63754" y="125348"/>
                  </a:lnTo>
                  <a:lnTo>
                    <a:pt x="63754" y="291716"/>
                  </a:lnTo>
                  <a:lnTo>
                    <a:pt x="63754" y="458085"/>
                  </a:lnTo>
                  <a:lnTo>
                    <a:pt x="10160" y="458085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338" y="0"/>
                  </a:cubicBezTo>
                  <a:cubicBezTo>
                    <a:pt x="57912" y="0"/>
                    <a:pt x="74803" y="15748"/>
                    <a:pt x="74803" y="35433"/>
                  </a:cubicBezTo>
                  <a:cubicBezTo>
                    <a:pt x="74803" y="55118"/>
                    <a:pt x="57785" y="70866"/>
                    <a:pt x="37338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1444243" y="188847"/>
              <a:ext cx="310515" cy="332737"/>
            </a:xfrm>
            <a:custGeom>
              <a:avLst/>
              <a:gdLst/>
              <a:ahLst/>
              <a:cxnLst/>
              <a:rect r="r" b="b" t="t" l="l"/>
              <a:pathLst>
                <a:path h="332737" w="310515">
                  <a:moveTo>
                    <a:pt x="127127" y="332737"/>
                  </a:moveTo>
                  <a:lnTo>
                    <a:pt x="0" y="0"/>
                  </a:lnTo>
                  <a:lnTo>
                    <a:pt x="58674" y="0"/>
                  </a:lnTo>
                  <a:cubicBezTo>
                    <a:pt x="90551" y="93471"/>
                    <a:pt x="128905" y="184529"/>
                    <a:pt x="155448" y="283080"/>
                  </a:cubicBezTo>
                  <a:cubicBezTo>
                    <a:pt x="181356" y="184529"/>
                    <a:pt x="220091" y="93471"/>
                    <a:pt x="251841" y="0"/>
                  </a:cubicBezTo>
                  <a:lnTo>
                    <a:pt x="310515" y="0"/>
                  </a:lnTo>
                  <a:lnTo>
                    <a:pt x="183388" y="332737"/>
                  </a:lnTo>
                  <a:lnTo>
                    <a:pt x="127127" y="3327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4" id="224"/>
            <p:cNvSpPr/>
            <p:nvPr/>
          </p:nvSpPr>
          <p:spPr>
            <a:xfrm flipH="false" flipV="false" rot="0">
              <a:off x="1794509" y="184656"/>
              <a:ext cx="268605" cy="344674"/>
            </a:xfrm>
            <a:custGeom>
              <a:avLst/>
              <a:gdLst/>
              <a:ahLst/>
              <a:cxnLst/>
              <a:rect r="r" b="b" t="t" l="l"/>
              <a:pathLst>
                <a:path h="344674" w="268605">
                  <a:moveTo>
                    <a:pt x="113411" y="344674"/>
                  </a:moveTo>
                  <a:cubicBezTo>
                    <a:pt x="50292" y="344674"/>
                    <a:pt x="0" y="307718"/>
                    <a:pt x="0" y="242313"/>
                  </a:cubicBezTo>
                  <a:cubicBezTo>
                    <a:pt x="0" y="166114"/>
                    <a:pt x="67818" y="152144"/>
                    <a:pt x="129413" y="144398"/>
                  </a:cubicBezTo>
                  <a:cubicBezTo>
                    <a:pt x="189484" y="136397"/>
                    <a:pt x="214884" y="139572"/>
                    <a:pt x="214884" y="112267"/>
                  </a:cubicBezTo>
                  <a:cubicBezTo>
                    <a:pt x="214884" y="70865"/>
                    <a:pt x="191389" y="47117"/>
                    <a:pt x="145288" y="47117"/>
                  </a:cubicBezTo>
                  <a:cubicBezTo>
                    <a:pt x="97409" y="47117"/>
                    <a:pt x="71501" y="72770"/>
                    <a:pt x="61087" y="95884"/>
                  </a:cubicBezTo>
                  <a:lnTo>
                    <a:pt x="9652" y="78866"/>
                  </a:lnTo>
                  <a:cubicBezTo>
                    <a:pt x="35306" y="18415"/>
                    <a:pt x="92456" y="0"/>
                    <a:pt x="143891" y="0"/>
                  </a:cubicBezTo>
                  <a:cubicBezTo>
                    <a:pt x="188595" y="0"/>
                    <a:pt x="268605" y="13716"/>
                    <a:pt x="268605" y="117601"/>
                  </a:cubicBezTo>
                  <a:lnTo>
                    <a:pt x="268605" y="227328"/>
                  </a:lnTo>
                  <a:lnTo>
                    <a:pt x="268605" y="337055"/>
                  </a:lnTo>
                  <a:lnTo>
                    <a:pt x="215899" y="337055"/>
                  </a:lnTo>
                  <a:lnTo>
                    <a:pt x="215899" y="314322"/>
                  </a:lnTo>
                  <a:lnTo>
                    <a:pt x="215899" y="291716"/>
                  </a:lnTo>
                  <a:lnTo>
                    <a:pt x="212344" y="291716"/>
                  </a:lnTo>
                  <a:cubicBezTo>
                    <a:pt x="201041" y="315211"/>
                    <a:pt x="169799" y="344674"/>
                    <a:pt x="113538" y="344674"/>
                  </a:cubicBezTo>
                  <a:close/>
                  <a:moveTo>
                    <a:pt x="122809" y="297304"/>
                  </a:moveTo>
                  <a:cubicBezTo>
                    <a:pt x="181991" y="297304"/>
                    <a:pt x="215138" y="257426"/>
                    <a:pt x="215138" y="216660"/>
                  </a:cubicBezTo>
                  <a:lnTo>
                    <a:pt x="215138" y="193546"/>
                  </a:lnTo>
                  <a:lnTo>
                    <a:pt x="215138" y="170559"/>
                  </a:lnTo>
                  <a:cubicBezTo>
                    <a:pt x="206248" y="180973"/>
                    <a:pt x="147827" y="186942"/>
                    <a:pt x="127380" y="189609"/>
                  </a:cubicBezTo>
                  <a:cubicBezTo>
                    <a:pt x="88392" y="194689"/>
                    <a:pt x="54102" y="207135"/>
                    <a:pt x="54102" y="244980"/>
                  </a:cubicBezTo>
                  <a:cubicBezTo>
                    <a:pt x="54102" y="279524"/>
                    <a:pt x="82930" y="297304"/>
                    <a:pt x="122809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5449811" y="2045003"/>
            <a:ext cx="530467" cy="61527"/>
            <a:chOff x="0" y="0"/>
            <a:chExt cx="5159743" cy="598462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63500" y="115317"/>
              <a:ext cx="181356" cy="415929"/>
            </a:xfrm>
            <a:custGeom>
              <a:avLst/>
              <a:gdLst/>
              <a:ahLst/>
              <a:cxnLst/>
              <a:rect r="r" b="b" t="t" l="l"/>
              <a:pathLst>
                <a:path h="415929" w="181356">
                  <a:moveTo>
                    <a:pt x="172085" y="79122"/>
                  </a:moveTo>
                  <a:lnTo>
                    <a:pt x="172085" y="101982"/>
                  </a:lnTo>
                  <a:lnTo>
                    <a:pt x="172085" y="124842"/>
                  </a:lnTo>
                  <a:lnTo>
                    <a:pt x="103632" y="124842"/>
                  </a:lnTo>
                  <a:lnTo>
                    <a:pt x="103632" y="225173"/>
                  </a:lnTo>
                  <a:lnTo>
                    <a:pt x="103632" y="325504"/>
                  </a:lnTo>
                  <a:cubicBezTo>
                    <a:pt x="103632" y="355222"/>
                    <a:pt x="114681" y="368304"/>
                    <a:pt x="142875" y="368304"/>
                  </a:cubicBezTo>
                  <a:cubicBezTo>
                    <a:pt x="149733" y="368304"/>
                    <a:pt x="161290" y="366525"/>
                    <a:pt x="170307" y="364747"/>
                  </a:cubicBezTo>
                  <a:lnTo>
                    <a:pt x="181356" y="409960"/>
                  </a:lnTo>
                  <a:cubicBezTo>
                    <a:pt x="170307" y="413770"/>
                    <a:pt x="155194" y="415929"/>
                    <a:pt x="141478" y="415929"/>
                  </a:cubicBezTo>
                  <a:cubicBezTo>
                    <a:pt x="84074" y="415929"/>
                    <a:pt x="50165" y="384052"/>
                    <a:pt x="50165" y="329568"/>
                  </a:cubicBezTo>
                  <a:lnTo>
                    <a:pt x="50165" y="227332"/>
                  </a:lnTo>
                  <a:lnTo>
                    <a:pt x="50165" y="124969"/>
                  </a:lnTo>
                  <a:lnTo>
                    <a:pt x="0" y="124969"/>
                  </a:lnTo>
                  <a:lnTo>
                    <a:pt x="0" y="102109"/>
                  </a:lnTo>
                  <a:lnTo>
                    <a:pt x="0" y="79249"/>
                  </a:lnTo>
                  <a:lnTo>
                    <a:pt x="50038" y="79249"/>
                  </a:lnTo>
                  <a:lnTo>
                    <a:pt x="50038" y="39497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9"/>
                  </a:lnTo>
                  <a:lnTo>
                    <a:pt x="172085" y="7924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7" id="227"/>
            <p:cNvSpPr/>
            <p:nvPr/>
          </p:nvSpPr>
          <p:spPr>
            <a:xfrm flipH="false" flipV="false" rot="0">
              <a:off x="281940" y="190375"/>
              <a:ext cx="294640" cy="344046"/>
            </a:xfrm>
            <a:custGeom>
              <a:avLst/>
              <a:gdLst/>
              <a:ahLst/>
              <a:cxnLst/>
              <a:rect r="r" b="b" t="t" l="l"/>
              <a:pathLst>
                <a:path h="344046" w="294640">
                  <a:moveTo>
                    <a:pt x="155956" y="344046"/>
                  </a:moveTo>
                  <a:cubicBezTo>
                    <a:pt x="59563" y="344046"/>
                    <a:pt x="0" y="275592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71"/>
                  </a:cubicBezTo>
                  <a:lnTo>
                    <a:pt x="294640" y="177547"/>
                  </a:lnTo>
                  <a:lnTo>
                    <a:pt x="294640" y="188724"/>
                  </a:lnTo>
                  <a:lnTo>
                    <a:pt x="54229" y="188724"/>
                  </a:lnTo>
                  <a:cubicBezTo>
                    <a:pt x="56896" y="258320"/>
                    <a:pt x="97409" y="296421"/>
                    <a:pt x="156337" y="296421"/>
                  </a:cubicBezTo>
                  <a:cubicBezTo>
                    <a:pt x="195580" y="296421"/>
                    <a:pt x="225044" y="279148"/>
                    <a:pt x="237617" y="245239"/>
                  </a:cubicBezTo>
                  <a:lnTo>
                    <a:pt x="289433" y="259463"/>
                  </a:lnTo>
                  <a:cubicBezTo>
                    <a:pt x="273939" y="309756"/>
                    <a:pt x="224282" y="344046"/>
                    <a:pt x="156083" y="344046"/>
                  </a:cubicBezTo>
                  <a:close/>
                  <a:moveTo>
                    <a:pt x="54610" y="143384"/>
                  </a:moveTo>
                  <a:lnTo>
                    <a:pt x="240157" y="143384"/>
                  </a:lnTo>
                  <a:cubicBezTo>
                    <a:pt x="235077" y="86869"/>
                    <a:pt x="204470" y="47498"/>
                    <a:pt x="149733" y="47498"/>
                  </a:cubicBezTo>
                  <a:cubicBezTo>
                    <a:pt x="92583" y="47498"/>
                    <a:pt x="57785" y="92457"/>
                    <a:pt x="54483" y="1433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8" id="228"/>
            <p:cNvSpPr/>
            <p:nvPr/>
          </p:nvSpPr>
          <p:spPr>
            <a:xfrm flipH="false" flipV="false" rot="0">
              <a:off x="653414" y="83694"/>
              <a:ext cx="53594" cy="443488"/>
            </a:xfrm>
            <a:custGeom>
              <a:avLst/>
              <a:gdLst/>
              <a:ahLst/>
              <a:cxnLst/>
              <a:rect r="r" b="b" t="t" l="l"/>
              <a:pathLst>
                <a:path h="443488" w="53594">
                  <a:moveTo>
                    <a:pt x="53594" y="0"/>
                  </a:moveTo>
                  <a:lnTo>
                    <a:pt x="53594" y="221744"/>
                  </a:lnTo>
                  <a:lnTo>
                    <a:pt x="53594" y="443488"/>
                  </a:lnTo>
                  <a:lnTo>
                    <a:pt x="0" y="443488"/>
                  </a:lnTo>
                  <a:lnTo>
                    <a:pt x="0" y="221744"/>
                  </a:lnTo>
                  <a:lnTo>
                    <a:pt x="0" y="0"/>
                  </a:lnTo>
                  <a:lnTo>
                    <a:pt x="5359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784986" y="190375"/>
              <a:ext cx="294640" cy="344046"/>
            </a:xfrm>
            <a:custGeom>
              <a:avLst/>
              <a:gdLst/>
              <a:ahLst/>
              <a:cxnLst/>
              <a:rect r="r" b="b" t="t" l="l"/>
              <a:pathLst>
                <a:path h="344046" w="294640">
                  <a:moveTo>
                    <a:pt x="155956" y="344046"/>
                  </a:moveTo>
                  <a:cubicBezTo>
                    <a:pt x="59563" y="344046"/>
                    <a:pt x="0" y="275592"/>
                    <a:pt x="0" y="173229"/>
                  </a:cubicBezTo>
                  <a:cubicBezTo>
                    <a:pt x="0" y="71120"/>
                    <a:pt x="58928" y="0"/>
                    <a:pt x="149733" y="0"/>
                  </a:cubicBezTo>
                  <a:cubicBezTo>
                    <a:pt x="220218" y="0"/>
                    <a:pt x="294640" y="43434"/>
                    <a:pt x="294640" y="166371"/>
                  </a:cubicBezTo>
                  <a:lnTo>
                    <a:pt x="294640" y="177547"/>
                  </a:lnTo>
                  <a:lnTo>
                    <a:pt x="294640" y="188724"/>
                  </a:lnTo>
                  <a:lnTo>
                    <a:pt x="54102" y="188724"/>
                  </a:lnTo>
                  <a:cubicBezTo>
                    <a:pt x="56769" y="258320"/>
                    <a:pt x="97282" y="296421"/>
                    <a:pt x="156210" y="296421"/>
                  </a:cubicBezTo>
                  <a:cubicBezTo>
                    <a:pt x="195453" y="296421"/>
                    <a:pt x="224917" y="279148"/>
                    <a:pt x="237490" y="245239"/>
                  </a:cubicBezTo>
                  <a:lnTo>
                    <a:pt x="289306" y="259463"/>
                  </a:lnTo>
                  <a:cubicBezTo>
                    <a:pt x="273812" y="309756"/>
                    <a:pt x="224155" y="344046"/>
                    <a:pt x="155956" y="344046"/>
                  </a:cubicBezTo>
                  <a:close/>
                  <a:moveTo>
                    <a:pt x="54483" y="143384"/>
                  </a:moveTo>
                  <a:lnTo>
                    <a:pt x="240157" y="143384"/>
                  </a:lnTo>
                  <a:cubicBezTo>
                    <a:pt x="235077" y="86869"/>
                    <a:pt x="204470" y="47498"/>
                    <a:pt x="149733" y="47498"/>
                  </a:cubicBezTo>
                  <a:cubicBezTo>
                    <a:pt x="92583" y="47498"/>
                    <a:pt x="57785" y="92457"/>
                    <a:pt x="54483" y="1433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0" id="230"/>
            <p:cNvSpPr/>
            <p:nvPr/>
          </p:nvSpPr>
          <p:spPr>
            <a:xfrm flipH="false" flipV="false" rot="0">
              <a:off x="1140332" y="190375"/>
              <a:ext cx="287655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5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9"/>
                  </a:cubicBezTo>
                  <a:lnTo>
                    <a:pt x="234950" y="106554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8" y="296167"/>
                  </a:cubicBezTo>
                  <a:cubicBezTo>
                    <a:pt x="196342" y="296167"/>
                    <a:pt x="226695" y="270893"/>
                    <a:pt x="236474" y="234825"/>
                  </a:cubicBezTo>
                  <a:lnTo>
                    <a:pt x="287655" y="249430"/>
                  </a:lnTo>
                  <a:cubicBezTo>
                    <a:pt x="269748" y="308613"/>
                    <a:pt x="216789" y="344046"/>
                    <a:pt x="151638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1" id="231"/>
            <p:cNvSpPr/>
            <p:nvPr/>
          </p:nvSpPr>
          <p:spPr>
            <a:xfrm flipH="false" flipV="false" rot="0">
              <a:off x="1488566" y="190375"/>
              <a:ext cx="303657" cy="344046"/>
            </a:xfrm>
            <a:custGeom>
              <a:avLst/>
              <a:gdLst/>
              <a:ahLst/>
              <a:cxnLst/>
              <a:rect r="r" b="b" t="t" l="l"/>
              <a:pathLst>
                <a:path h="344046" w="303657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42316" y="0"/>
                    <a:pt x="303657" y="68453"/>
                    <a:pt x="303657" y="172594"/>
                  </a:cubicBezTo>
                  <a:cubicBezTo>
                    <a:pt x="303657" y="275338"/>
                    <a:pt x="242316" y="344046"/>
                    <a:pt x="151511" y="344046"/>
                  </a:cubicBezTo>
                  <a:close/>
                  <a:moveTo>
                    <a:pt x="151511" y="296167"/>
                  </a:moveTo>
                  <a:cubicBezTo>
                    <a:pt x="218821" y="296167"/>
                    <a:pt x="249428" y="238127"/>
                    <a:pt x="249428" y="172594"/>
                  </a:cubicBezTo>
                  <a:cubicBezTo>
                    <a:pt x="249428" y="106554"/>
                    <a:pt x="218821" y="47879"/>
                    <a:pt x="151511" y="47879"/>
                  </a:cubicBezTo>
                  <a:cubicBezTo>
                    <a:pt x="85090" y="47879"/>
                    <a:pt x="54483" y="106173"/>
                    <a:pt x="54483" y="172594"/>
                  </a:cubicBezTo>
                  <a:cubicBezTo>
                    <a:pt x="54483" y="238127"/>
                    <a:pt x="85090" y="296167"/>
                    <a:pt x="151511" y="29616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2" id="232"/>
            <p:cNvSpPr/>
            <p:nvPr/>
          </p:nvSpPr>
          <p:spPr>
            <a:xfrm flipH="false" flipV="false" rot="0">
              <a:off x="1870200" y="188470"/>
              <a:ext cx="439928" cy="338839"/>
            </a:xfrm>
            <a:custGeom>
              <a:avLst/>
              <a:gdLst/>
              <a:ahLst/>
              <a:cxnLst/>
              <a:rect r="r" b="b" t="t" l="l"/>
              <a:pathLst>
                <a:path h="338839" w="439928">
                  <a:moveTo>
                    <a:pt x="0" y="338712"/>
                  </a:moveTo>
                  <a:lnTo>
                    <a:pt x="0" y="172340"/>
                  </a:lnTo>
                  <a:lnTo>
                    <a:pt x="0" y="5969"/>
                  </a:lnTo>
                  <a:lnTo>
                    <a:pt x="52070" y="5969"/>
                  </a:lnTo>
                  <a:lnTo>
                    <a:pt x="52324" y="66929"/>
                  </a:lnTo>
                  <a:cubicBezTo>
                    <a:pt x="68707" y="21971"/>
                    <a:pt x="106172" y="0"/>
                    <a:pt x="145542" y="0"/>
                  </a:cubicBezTo>
                  <a:cubicBezTo>
                    <a:pt x="189357" y="0"/>
                    <a:pt x="218440" y="26797"/>
                    <a:pt x="230378" y="67818"/>
                  </a:cubicBezTo>
                  <a:cubicBezTo>
                    <a:pt x="246126" y="25908"/>
                    <a:pt x="286893" y="0"/>
                    <a:pt x="335153" y="0"/>
                  </a:cubicBezTo>
                  <a:cubicBezTo>
                    <a:pt x="392938" y="0"/>
                    <a:pt x="439928" y="37211"/>
                    <a:pt x="439928" y="114301"/>
                  </a:cubicBezTo>
                  <a:lnTo>
                    <a:pt x="439928" y="226570"/>
                  </a:lnTo>
                  <a:lnTo>
                    <a:pt x="439928" y="338839"/>
                  </a:lnTo>
                  <a:lnTo>
                    <a:pt x="386080" y="338839"/>
                  </a:lnTo>
                  <a:lnTo>
                    <a:pt x="386080" y="227332"/>
                  </a:lnTo>
                  <a:lnTo>
                    <a:pt x="386080" y="115825"/>
                  </a:lnTo>
                  <a:cubicBezTo>
                    <a:pt x="386080" y="67945"/>
                    <a:pt x="354838" y="48895"/>
                    <a:pt x="319151" y="48895"/>
                  </a:cubicBezTo>
                  <a:cubicBezTo>
                    <a:pt x="274193" y="48895"/>
                    <a:pt x="246888" y="79502"/>
                    <a:pt x="246888" y="121540"/>
                  </a:cubicBezTo>
                  <a:lnTo>
                    <a:pt x="246888" y="230126"/>
                  </a:lnTo>
                  <a:lnTo>
                    <a:pt x="246888" y="338712"/>
                  </a:lnTo>
                  <a:lnTo>
                    <a:pt x="193294" y="338712"/>
                  </a:lnTo>
                  <a:lnTo>
                    <a:pt x="193294" y="224665"/>
                  </a:lnTo>
                  <a:lnTo>
                    <a:pt x="193294" y="110491"/>
                  </a:lnTo>
                  <a:cubicBezTo>
                    <a:pt x="193294" y="73533"/>
                    <a:pt x="165608" y="48895"/>
                    <a:pt x="128143" y="48895"/>
                  </a:cubicBezTo>
                  <a:cubicBezTo>
                    <a:pt x="89154" y="48895"/>
                    <a:pt x="53721" y="76327"/>
                    <a:pt x="53721" y="129287"/>
                  </a:cubicBezTo>
                  <a:lnTo>
                    <a:pt x="53721" y="234063"/>
                  </a:lnTo>
                  <a:lnTo>
                    <a:pt x="53721" y="338839"/>
                  </a:lnTo>
                  <a:lnTo>
                    <a:pt x="127" y="3388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3" id="233"/>
            <p:cNvSpPr/>
            <p:nvPr/>
          </p:nvSpPr>
          <p:spPr>
            <a:xfrm flipH="false" flipV="false" rot="0">
              <a:off x="2404108" y="194439"/>
              <a:ext cx="266446" cy="337061"/>
            </a:xfrm>
            <a:custGeom>
              <a:avLst/>
              <a:gdLst/>
              <a:ahLst/>
              <a:cxnLst/>
              <a:rect r="r" b="b" t="t" l="l"/>
              <a:pathLst>
                <a:path h="337061" w="266446">
                  <a:moveTo>
                    <a:pt x="112776" y="336934"/>
                  </a:moveTo>
                  <a:cubicBezTo>
                    <a:pt x="45466" y="336934"/>
                    <a:pt x="0" y="295532"/>
                    <a:pt x="0" y="211330"/>
                  </a:cubicBezTo>
                  <a:lnTo>
                    <a:pt x="0" y="105665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103379"/>
                  </a:lnTo>
                  <a:lnTo>
                    <a:pt x="53594" y="206885"/>
                  </a:lnTo>
                  <a:cubicBezTo>
                    <a:pt x="53594" y="258066"/>
                    <a:pt x="82423" y="288674"/>
                    <a:pt x="128905" y="288674"/>
                  </a:cubicBezTo>
                  <a:cubicBezTo>
                    <a:pt x="176530" y="288674"/>
                    <a:pt x="212598" y="256288"/>
                    <a:pt x="212598" y="199392"/>
                  </a:cubicBezTo>
                  <a:lnTo>
                    <a:pt x="212598" y="99696"/>
                  </a:lnTo>
                  <a:lnTo>
                    <a:pt x="212598" y="0"/>
                  </a:lnTo>
                  <a:lnTo>
                    <a:pt x="266446" y="0"/>
                  </a:lnTo>
                  <a:lnTo>
                    <a:pt x="266446" y="166371"/>
                  </a:lnTo>
                  <a:lnTo>
                    <a:pt x="266446" y="332743"/>
                  </a:lnTo>
                  <a:lnTo>
                    <a:pt x="214630" y="332743"/>
                  </a:lnTo>
                  <a:lnTo>
                    <a:pt x="214630" y="301628"/>
                  </a:lnTo>
                  <a:lnTo>
                    <a:pt x="214630" y="270639"/>
                  </a:lnTo>
                  <a:cubicBezTo>
                    <a:pt x="192913" y="319154"/>
                    <a:pt x="156591" y="337061"/>
                    <a:pt x="112776" y="3370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4" id="234"/>
            <p:cNvSpPr/>
            <p:nvPr/>
          </p:nvSpPr>
          <p:spPr>
            <a:xfrm flipH="false" flipV="false" rot="0">
              <a:off x="2764534" y="190248"/>
              <a:ext cx="266065" cy="336934"/>
            </a:xfrm>
            <a:custGeom>
              <a:avLst/>
              <a:gdLst/>
              <a:ahLst/>
              <a:cxnLst/>
              <a:rect r="r" b="b" t="t" l="l"/>
              <a:pathLst>
                <a:path h="336934" w="266065">
                  <a:moveTo>
                    <a:pt x="53594" y="137542"/>
                  </a:moveTo>
                  <a:lnTo>
                    <a:pt x="53594" y="237238"/>
                  </a:lnTo>
                  <a:lnTo>
                    <a:pt x="53594" y="336934"/>
                  </a:lnTo>
                  <a:lnTo>
                    <a:pt x="0" y="336934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4" y="41402"/>
                    <a:pt x="266064" y="125604"/>
                  </a:cubicBezTo>
                  <a:lnTo>
                    <a:pt x="266064" y="231269"/>
                  </a:lnTo>
                  <a:lnTo>
                    <a:pt x="266064" y="336934"/>
                  </a:lnTo>
                  <a:lnTo>
                    <a:pt x="212471" y="336934"/>
                  </a:lnTo>
                  <a:lnTo>
                    <a:pt x="212471" y="233555"/>
                  </a:lnTo>
                  <a:lnTo>
                    <a:pt x="212471" y="130176"/>
                  </a:lnTo>
                  <a:cubicBezTo>
                    <a:pt x="212471" y="78995"/>
                    <a:pt x="183896" y="48387"/>
                    <a:pt x="137414" y="48387"/>
                  </a:cubicBezTo>
                  <a:cubicBezTo>
                    <a:pt x="89535" y="48387"/>
                    <a:pt x="53467" y="80773"/>
                    <a:pt x="53467" y="1376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3114545" y="69089"/>
              <a:ext cx="74676" cy="458093"/>
            </a:xfrm>
            <a:custGeom>
              <a:avLst/>
              <a:gdLst/>
              <a:ahLst/>
              <a:cxnLst/>
              <a:rect r="r" b="b" t="t" l="l"/>
              <a:pathLst>
                <a:path h="458093" w="74676">
                  <a:moveTo>
                    <a:pt x="10160" y="458093"/>
                  </a:moveTo>
                  <a:lnTo>
                    <a:pt x="10160" y="291721"/>
                  </a:lnTo>
                  <a:lnTo>
                    <a:pt x="10160" y="125350"/>
                  </a:lnTo>
                  <a:lnTo>
                    <a:pt x="63754" y="125350"/>
                  </a:lnTo>
                  <a:lnTo>
                    <a:pt x="63754" y="291721"/>
                  </a:lnTo>
                  <a:lnTo>
                    <a:pt x="63754" y="458093"/>
                  </a:lnTo>
                  <a:lnTo>
                    <a:pt x="10160" y="458093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6" id="236"/>
            <p:cNvSpPr/>
            <p:nvPr/>
          </p:nvSpPr>
          <p:spPr>
            <a:xfrm flipH="false" flipV="false" rot="0">
              <a:off x="3256277" y="190375"/>
              <a:ext cx="287655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5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9"/>
                  </a:cubicBezTo>
                  <a:lnTo>
                    <a:pt x="234950" y="106554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8" y="296167"/>
                  </a:cubicBezTo>
                  <a:cubicBezTo>
                    <a:pt x="196342" y="296167"/>
                    <a:pt x="226695" y="270893"/>
                    <a:pt x="236474" y="234825"/>
                  </a:cubicBezTo>
                  <a:lnTo>
                    <a:pt x="287655" y="249430"/>
                  </a:lnTo>
                  <a:cubicBezTo>
                    <a:pt x="269748" y="308613"/>
                    <a:pt x="216789" y="344046"/>
                    <a:pt x="151638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7" id="237"/>
            <p:cNvSpPr/>
            <p:nvPr/>
          </p:nvSpPr>
          <p:spPr>
            <a:xfrm flipH="false" flipV="false" rot="0">
              <a:off x="3606290" y="190248"/>
              <a:ext cx="268605" cy="344681"/>
            </a:xfrm>
            <a:custGeom>
              <a:avLst/>
              <a:gdLst/>
              <a:ahLst/>
              <a:cxnLst/>
              <a:rect r="r" b="b" t="t" l="l"/>
              <a:pathLst>
                <a:path h="344681" w="268605">
                  <a:moveTo>
                    <a:pt x="113410" y="344681"/>
                  </a:moveTo>
                  <a:cubicBezTo>
                    <a:pt x="50291" y="344681"/>
                    <a:pt x="0" y="307724"/>
                    <a:pt x="0" y="242318"/>
                  </a:cubicBezTo>
                  <a:cubicBezTo>
                    <a:pt x="0" y="166117"/>
                    <a:pt x="67817" y="152147"/>
                    <a:pt x="129412" y="144400"/>
                  </a:cubicBezTo>
                  <a:cubicBezTo>
                    <a:pt x="189483" y="136399"/>
                    <a:pt x="214883" y="139574"/>
                    <a:pt x="214883" y="112269"/>
                  </a:cubicBezTo>
                  <a:cubicBezTo>
                    <a:pt x="214883" y="70866"/>
                    <a:pt x="191388" y="47117"/>
                    <a:pt x="145287" y="47117"/>
                  </a:cubicBezTo>
                  <a:cubicBezTo>
                    <a:pt x="97408" y="47117"/>
                    <a:pt x="71500" y="72771"/>
                    <a:pt x="61086" y="95886"/>
                  </a:cubicBezTo>
                  <a:lnTo>
                    <a:pt x="9651" y="78868"/>
                  </a:lnTo>
                  <a:cubicBezTo>
                    <a:pt x="35305" y="18415"/>
                    <a:pt x="92455" y="0"/>
                    <a:pt x="143890" y="0"/>
                  </a:cubicBezTo>
                  <a:cubicBezTo>
                    <a:pt x="188594" y="0"/>
                    <a:pt x="268604" y="13716"/>
                    <a:pt x="268604" y="117603"/>
                  </a:cubicBezTo>
                  <a:lnTo>
                    <a:pt x="268604" y="227332"/>
                  </a:lnTo>
                  <a:lnTo>
                    <a:pt x="268604" y="337061"/>
                  </a:lnTo>
                  <a:lnTo>
                    <a:pt x="215899" y="337061"/>
                  </a:lnTo>
                  <a:lnTo>
                    <a:pt x="215899" y="314328"/>
                  </a:lnTo>
                  <a:lnTo>
                    <a:pt x="215899" y="291722"/>
                  </a:lnTo>
                  <a:lnTo>
                    <a:pt x="212343" y="291722"/>
                  </a:lnTo>
                  <a:cubicBezTo>
                    <a:pt x="201040" y="315217"/>
                    <a:pt x="169798" y="344681"/>
                    <a:pt x="113537" y="344681"/>
                  </a:cubicBezTo>
                  <a:close/>
                  <a:moveTo>
                    <a:pt x="122808" y="297310"/>
                  </a:moveTo>
                  <a:cubicBezTo>
                    <a:pt x="181990" y="297310"/>
                    <a:pt x="215137" y="257431"/>
                    <a:pt x="215137" y="216664"/>
                  </a:cubicBezTo>
                  <a:lnTo>
                    <a:pt x="215137" y="193677"/>
                  </a:lnTo>
                  <a:lnTo>
                    <a:pt x="215137" y="170562"/>
                  </a:lnTo>
                  <a:cubicBezTo>
                    <a:pt x="206247" y="180976"/>
                    <a:pt x="147827" y="186946"/>
                    <a:pt x="127380" y="189613"/>
                  </a:cubicBezTo>
                  <a:cubicBezTo>
                    <a:pt x="88391" y="194693"/>
                    <a:pt x="54101" y="207139"/>
                    <a:pt x="54101" y="244985"/>
                  </a:cubicBezTo>
                  <a:cubicBezTo>
                    <a:pt x="54101" y="279529"/>
                    <a:pt x="82930" y="297310"/>
                    <a:pt x="122808" y="2973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8" id="238"/>
            <p:cNvSpPr/>
            <p:nvPr/>
          </p:nvSpPr>
          <p:spPr>
            <a:xfrm flipH="false" flipV="false" rot="0">
              <a:off x="3952745" y="190375"/>
              <a:ext cx="287655" cy="344046"/>
            </a:xfrm>
            <a:custGeom>
              <a:avLst/>
              <a:gdLst/>
              <a:ahLst/>
              <a:cxnLst/>
              <a:rect r="r" b="b" t="t" l="l"/>
              <a:pathLst>
                <a:path h="344046" w="287655">
                  <a:moveTo>
                    <a:pt x="151511" y="344046"/>
                  </a:moveTo>
                  <a:cubicBezTo>
                    <a:pt x="61087" y="344046"/>
                    <a:pt x="0" y="275338"/>
                    <a:pt x="0" y="172594"/>
                  </a:cubicBezTo>
                  <a:cubicBezTo>
                    <a:pt x="0" y="68453"/>
                    <a:pt x="60960" y="0"/>
                    <a:pt x="151511" y="0"/>
                  </a:cubicBezTo>
                  <a:cubicBezTo>
                    <a:pt x="215773" y="0"/>
                    <a:pt x="268224" y="33909"/>
                    <a:pt x="286385" y="91949"/>
                  </a:cubicBezTo>
                  <a:lnTo>
                    <a:pt x="234950" y="106554"/>
                  </a:lnTo>
                  <a:cubicBezTo>
                    <a:pt x="225171" y="72390"/>
                    <a:pt x="195326" y="47879"/>
                    <a:pt x="151638" y="47879"/>
                  </a:cubicBezTo>
                  <a:cubicBezTo>
                    <a:pt x="85217" y="47879"/>
                    <a:pt x="54610" y="106173"/>
                    <a:pt x="54610" y="172594"/>
                  </a:cubicBezTo>
                  <a:cubicBezTo>
                    <a:pt x="54610" y="238127"/>
                    <a:pt x="85217" y="296167"/>
                    <a:pt x="151638" y="296167"/>
                  </a:cubicBezTo>
                  <a:cubicBezTo>
                    <a:pt x="196342" y="296167"/>
                    <a:pt x="226695" y="270893"/>
                    <a:pt x="236474" y="234825"/>
                  </a:cubicBezTo>
                  <a:lnTo>
                    <a:pt x="287655" y="249430"/>
                  </a:lnTo>
                  <a:cubicBezTo>
                    <a:pt x="269748" y="308613"/>
                    <a:pt x="216789" y="344046"/>
                    <a:pt x="151638" y="3440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9" id="239"/>
            <p:cNvSpPr/>
            <p:nvPr/>
          </p:nvSpPr>
          <p:spPr>
            <a:xfrm flipH="false" flipV="false" rot="0">
              <a:off x="4306821" y="69089"/>
              <a:ext cx="74676" cy="458093"/>
            </a:xfrm>
            <a:custGeom>
              <a:avLst/>
              <a:gdLst/>
              <a:ahLst/>
              <a:cxnLst/>
              <a:rect r="r" b="b" t="t" l="l"/>
              <a:pathLst>
                <a:path h="458093" w="74676">
                  <a:moveTo>
                    <a:pt x="10160" y="458093"/>
                  </a:moveTo>
                  <a:lnTo>
                    <a:pt x="10160" y="291721"/>
                  </a:lnTo>
                  <a:lnTo>
                    <a:pt x="10160" y="125350"/>
                  </a:lnTo>
                  <a:lnTo>
                    <a:pt x="63754" y="125350"/>
                  </a:lnTo>
                  <a:lnTo>
                    <a:pt x="63754" y="291721"/>
                  </a:lnTo>
                  <a:lnTo>
                    <a:pt x="63754" y="458093"/>
                  </a:lnTo>
                  <a:lnTo>
                    <a:pt x="10160" y="458093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0" id="240"/>
            <p:cNvSpPr/>
            <p:nvPr/>
          </p:nvSpPr>
          <p:spPr>
            <a:xfrm flipH="false" flipV="false" rot="0">
              <a:off x="4448552" y="63501"/>
              <a:ext cx="303657" cy="470920"/>
            </a:xfrm>
            <a:custGeom>
              <a:avLst/>
              <a:gdLst/>
              <a:ahLst/>
              <a:cxnLst/>
              <a:rect r="r" b="b" t="t" l="l"/>
              <a:pathLst>
                <a:path h="470920" w="303657">
                  <a:moveTo>
                    <a:pt x="151511" y="470920"/>
                  </a:moveTo>
                  <a:cubicBezTo>
                    <a:pt x="61087" y="470920"/>
                    <a:pt x="0" y="402212"/>
                    <a:pt x="0" y="299468"/>
                  </a:cubicBezTo>
                  <a:cubicBezTo>
                    <a:pt x="0" y="195327"/>
                    <a:pt x="60960" y="126874"/>
                    <a:pt x="151511" y="126874"/>
                  </a:cubicBezTo>
                  <a:cubicBezTo>
                    <a:pt x="242316" y="126874"/>
                    <a:pt x="303657" y="195327"/>
                    <a:pt x="303657" y="299468"/>
                  </a:cubicBezTo>
                  <a:cubicBezTo>
                    <a:pt x="303657" y="402212"/>
                    <a:pt x="242316" y="470920"/>
                    <a:pt x="151511" y="470920"/>
                  </a:cubicBezTo>
                  <a:close/>
                  <a:moveTo>
                    <a:pt x="151511" y="423041"/>
                  </a:moveTo>
                  <a:cubicBezTo>
                    <a:pt x="218821" y="423041"/>
                    <a:pt x="249428" y="365001"/>
                    <a:pt x="249428" y="299468"/>
                  </a:cubicBezTo>
                  <a:cubicBezTo>
                    <a:pt x="249428" y="233428"/>
                    <a:pt x="218821" y="174753"/>
                    <a:pt x="151511" y="174753"/>
                  </a:cubicBezTo>
                  <a:cubicBezTo>
                    <a:pt x="85090" y="174753"/>
                    <a:pt x="54483" y="233047"/>
                    <a:pt x="54483" y="299468"/>
                  </a:cubicBezTo>
                  <a:cubicBezTo>
                    <a:pt x="54483" y="365001"/>
                    <a:pt x="85090" y="423041"/>
                    <a:pt x="151511" y="423041"/>
                  </a:cubicBezTo>
                  <a:close/>
                  <a:moveTo>
                    <a:pt x="128016" y="87630"/>
                  </a:moveTo>
                  <a:lnTo>
                    <a:pt x="169672" y="0"/>
                  </a:lnTo>
                  <a:lnTo>
                    <a:pt x="229489" y="0"/>
                  </a:lnTo>
                  <a:lnTo>
                    <a:pt x="171704" y="87503"/>
                  </a:lnTo>
                  <a:lnTo>
                    <a:pt x="127889" y="87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4830187" y="190248"/>
              <a:ext cx="266065" cy="336934"/>
            </a:xfrm>
            <a:custGeom>
              <a:avLst/>
              <a:gdLst/>
              <a:ahLst/>
              <a:cxnLst/>
              <a:rect r="r" b="b" t="t" l="l"/>
              <a:pathLst>
                <a:path h="336934" w="266065">
                  <a:moveTo>
                    <a:pt x="53594" y="137542"/>
                  </a:moveTo>
                  <a:lnTo>
                    <a:pt x="53594" y="237238"/>
                  </a:lnTo>
                  <a:lnTo>
                    <a:pt x="53594" y="336934"/>
                  </a:lnTo>
                  <a:lnTo>
                    <a:pt x="0" y="336934"/>
                  </a:lnTo>
                  <a:lnTo>
                    <a:pt x="0" y="170562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6"/>
                  </a:lnTo>
                  <a:cubicBezTo>
                    <a:pt x="73152" y="18796"/>
                    <a:pt x="108839" y="0"/>
                    <a:pt x="153543" y="0"/>
                  </a:cubicBezTo>
                  <a:cubicBezTo>
                    <a:pt x="220853" y="0"/>
                    <a:pt x="266065" y="41402"/>
                    <a:pt x="266065" y="125604"/>
                  </a:cubicBezTo>
                  <a:lnTo>
                    <a:pt x="266065" y="231269"/>
                  </a:lnTo>
                  <a:lnTo>
                    <a:pt x="266065" y="336934"/>
                  </a:lnTo>
                  <a:lnTo>
                    <a:pt x="212471" y="336934"/>
                  </a:lnTo>
                  <a:lnTo>
                    <a:pt x="212471" y="233555"/>
                  </a:lnTo>
                  <a:lnTo>
                    <a:pt x="212471" y="130176"/>
                  </a:lnTo>
                  <a:cubicBezTo>
                    <a:pt x="212471" y="78995"/>
                    <a:pt x="183896" y="48387"/>
                    <a:pt x="137414" y="48387"/>
                  </a:cubicBezTo>
                  <a:cubicBezTo>
                    <a:pt x="89535" y="48387"/>
                    <a:pt x="53467" y="80773"/>
                    <a:pt x="53467" y="1376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5945220" y="6592329"/>
            <a:ext cx="81723" cy="59385"/>
            <a:chOff x="0" y="0"/>
            <a:chExt cx="794893" cy="577621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63500" y="63500"/>
              <a:ext cx="295273" cy="450721"/>
            </a:xfrm>
            <a:custGeom>
              <a:avLst/>
              <a:gdLst/>
              <a:ahLst/>
              <a:cxnLst/>
              <a:rect r="r" b="b" t="t" l="l"/>
              <a:pathLst>
                <a:path h="450721" w="295273">
                  <a:moveTo>
                    <a:pt x="140842" y="450594"/>
                  </a:moveTo>
                  <a:cubicBezTo>
                    <a:pt x="57784" y="450594"/>
                    <a:pt x="0" y="383919"/>
                    <a:pt x="0" y="278002"/>
                  </a:cubicBezTo>
                  <a:cubicBezTo>
                    <a:pt x="0" y="172592"/>
                    <a:pt x="58038" y="106552"/>
                    <a:pt x="141096" y="106552"/>
                  </a:cubicBezTo>
                  <a:cubicBezTo>
                    <a:pt x="205992" y="106552"/>
                    <a:pt x="226566" y="146430"/>
                    <a:pt x="237488" y="163956"/>
                  </a:cubicBezTo>
                  <a:lnTo>
                    <a:pt x="241679" y="163956"/>
                  </a:lnTo>
                  <a:lnTo>
                    <a:pt x="241679" y="82168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1"/>
                  </a:lnTo>
                  <a:lnTo>
                    <a:pt x="295273" y="443482"/>
                  </a:lnTo>
                  <a:lnTo>
                    <a:pt x="243457" y="443482"/>
                  </a:lnTo>
                  <a:lnTo>
                    <a:pt x="243457" y="417701"/>
                  </a:lnTo>
                  <a:lnTo>
                    <a:pt x="243457" y="392047"/>
                  </a:lnTo>
                  <a:lnTo>
                    <a:pt x="237488" y="392047"/>
                  </a:lnTo>
                  <a:cubicBezTo>
                    <a:pt x="226439" y="410462"/>
                    <a:pt x="204214" y="450721"/>
                    <a:pt x="140715" y="450721"/>
                  </a:cubicBezTo>
                  <a:close/>
                  <a:moveTo>
                    <a:pt x="148716" y="402842"/>
                  </a:moveTo>
                  <a:cubicBezTo>
                    <a:pt x="209167" y="402842"/>
                    <a:pt x="242187" y="351661"/>
                    <a:pt x="242187" y="277494"/>
                  </a:cubicBezTo>
                  <a:cubicBezTo>
                    <a:pt x="242187" y="203961"/>
                    <a:pt x="210056" y="154558"/>
                    <a:pt x="148716" y="154558"/>
                  </a:cubicBezTo>
                  <a:cubicBezTo>
                    <a:pt x="85597" y="154558"/>
                    <a:pt x="54355" y="208406"/>
                    <a:pt x="54355" y="277494"/>
                  </a:cubicBezTo>
                  <a:cubicBezTo>
                    <a:pt x="54355" y="347470"/>
                    <a:pt x="86486" y="402842"/>
                    <a:pt x="148716" y="4028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4" id="244"/>
            <p:cNvSpPr/>
            <p:nvPr/>
          </p:nvSpPr>
          <p:spPr>
            <a:xfrm flipH="false" flipV="false" rot="0">
              <a:off x="436750" y="170052"/>
              <a:ext cx="294638" cy="344042"/>
            </a:xfrm>
            <a:custGeom>
              <a:avLst/>
              <a:gdLst/>
              <a:ahLst/>
              <a:cxnLst/>
              <a:rect r="r" b="b" t="t" l="l"/>
              <a:pathLst>
                <a:path h="344042" w="294638">
                  <a:moveTo>
                    <a:pt x="155955" y="344042"/>
                  </a:moveTo>
                  <a:cubicBezTo>
                    <a:pt x="59563" y="344042"/>
                    <a:pt x="0" y="275589"/>
                    <a:pt x="0" y="173228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8" y="43434"/>
                    <a:pt x="294638" y="166370"/>
                  </a:cubicBezTo>
                  <a:lnTo>
                    <a:pt x="294638" y="177546"/>
                  </a:lnTo>
                  <a:lnTo>
                    <a:pt x="294638" y="188722"/>
                  </a:lnTo>
                  <a:lnTo>
                    <a:pt x="54102" y="188722"/>
                  </a:lnTo>
                  <a:cubicBezTo>
                    <a:pt x="56769" y="258317"/>
                    <a:pt x="97282" y="296417"/>
                    <a:pt x="156209" y="296417"/>
                  </a:cubicBezTo>
                  <a:cubicBezTo>
                    <a:pt x="195452" y="296417"/>
                    <a:pt x="224916" y="279145"/>
                    <a:pt x="237489" y="245236"/>
                  </a:cubicBezTo>
                  <a:lnTo>
                    <a:pt x="289304" y="259460"/>
                  </a:lnTo>
                  <a:cubicBezTo>
                    <a:pt x="273811" y="309752"/>
                    <a:pt x="224154" y="344042"/>
                    <a:pt x="155955" y="344042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5950509" y="1971232"/>
            <a:ext cx="81723" cy="59385"/>
            <a:chOff x="0" y="0"/>
            <a:chExt cx="794893" cy="577621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63500" y="63500"/>
              <a:ext cx="295273" cy="450724"/>
            </a:xfrm>
            <a:custGeom>
              <a:avLst/>
              <a:gdLst/>
              <a:ahLst/>
              <a:cxnLst/>
              <a:rect r="r" b="b" t="t" l="l"/>
              <a:pathLst>
                <a:path h="450724" w="295273">
                  <a:moveTo>
                    <a:pt x="140842" y="450597"/>
                  </a:moveTo>
                  <a:cubicBezTo>
                    <a:pt x="57784" y="450597"/>
                    <a:pt x="0" y="383922"/>
                    <a:pt x="0" y="278004"/>
                  </a:cubicBezTo>
                  <a:cubicBezTo>
                    <a:pt x="0" y="172593"/>
                    <a:pt x="58038" y="106553"/>
                    <a:pt x="141096" y="106553"/>
                  </a:cubicBezTo>
                  <a:cubicBezTo>
                    <a:pt x="205992" y="106553"/>
                    <a:pt x="226566" y="146431"/>
                    <a:pt x="237488" y="163957"/>
                  </a:cubicBezTo>
                  <a:lnTo>
                    <a:pt x="241679" y="163957"/>
                  </a:lnTo>
                  <a:lnTo>
                    <a:pt x="241679" y="82169"/>
                  </a:lnTo>
                  <a:lnTo>
                    <a:pt x="241679" y="0"/>
                  </a:lnTo>
                  <a:lnTo>
                    <a:pt x="295273" y="0"/>
                  </a:lnTo>
                  <a:lnTo>
                    <a:pt x="295273" y="221742"/>
                  </a:lnTo>
                  <a:lnTo>
                    <a:pt x="295273" y="443485"/>
                  </a:lnTo>
                  <a:lnTo>
                    <a:pt x="243457" y="443485"/>
                  </a:lnTo>
                  <a:lnTo>
                    <a:pt x="243457" y="417704"/>
                  </a:lnTo>
                  <a:lnTo>
                    <a:pt x="243457" y="392050"/>
                  </a:lnTo>
                  <a:lnTo>
                    <a:pt x="237488" y="392050"/>
                  </a:lnTo>
                  <a:cubicBezTo>
                    <a:pt x="226439" y="410465"/>
                    <a:pt x="204214" y="450724"/>
                    <a:pt x="140715" y="450724"/>
                  </a:cubicBezTo>
                  <a:close/>
                  <a:moveTo>
                    <a:pt x="148716" y="402845"/>
                  </a:moveTo>
                  <a:cubicBezTo>
                    <a:pt x="209167" y="402845"/>
                    <a:pt x="242187" y="351664"/>
                    <a:pt x="242187" y="277495"/>
                  </a:cubicBezTo>
                  <a:cubicBezTo>
                    <a:pt x="242187" y="203962"/>
                    <a:pt x="210056" y="154559"/>
                    <a:pt x="148716" y="154559"/>
                  </a:cubicBezTo>
                  <a:cubicBezTo>
                    <a:pt x="85597" y="154559"/>
                    <a:pt x="54355" y="208407"/>
                    <a:pt x="54355" y="277495"/>
                  </a:cubicBezTo>
                  <a:cubicBezTo>
                    <a:pt x="54355" y="347473"/>
                    <a:pt x="86486" y="402845"/>
                    <a:pt x="148716" y="4028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436750" y="170053"/>
              <a:ext cx="294638" cy="344044"/>
            </a:xfrm>
            <a:custGeom>
              <a:avLst/>
              <a:gdLst/>
              <a:ahLst/>
              <a:cxnLst/>
              <a:rect r="r" b="b" t="t" l="l"/>
              <a:pathLst>
                <a:path h="344044" w="294638">
                  <a:moveTo>
                    <a:pt x="155955" y="344044"/>
                  </a:moveTo>
                  <a:cubicBezTo>
                    <a:pt x="59563" y="344044"/>
                    <a:pt x="0" y="275591"/>
                    <a:pt x="0" y="173229"/>
                  </a:cubicBezTo>
                  <a:cubicBezTo>
                    <a:pt x="0" y="71120"/>
                    <a:pt x="58928" y="0"/>
                    <a:pt x="149732" y="0"/>
                  </a:cubicBezTo>
                  <a:cubicBezTo>
                    <a:pt x="220217" y="0"/>
                    <a:pt x="294638" y="43434"/>
                    <a:pt x="294638" y="166370"/>
                  </a:cubicBezTo>
                  <a:lnTo>
                    <a:pt x="294638" y="177546"/>
                  </a:lnTo>
                  <a:lnTo>
                    <a:pt x="294638" y="188723"/>
                  </a:lnTo>
                  <a:lnTo>
                    <a:pt x="54102" y="188723"/>
                  </a:lnTo>
                  <a:cubicBezTo>
                    <a:pt x="56769" y="258319"/>
                    <a:pt x="97282" y="296419"/>
                    <a:pt x="156209" y="296419"/>
                  </a:cubicBezTo>
                  <a:cubicBezTo>
                    <a:pt x="195452" y="296419"/>
                    <a:pt x="224916" y="279147"/>
                    <a:pt x="237489" y="245238"/>
                  </a:cubicBezTo>
                  <a:lnTo>
                    <a:pt x="289304" y="259462"/>
                  </a:lnTo>
                  <a:cubicBezTo>
                    <a:pt x="273811" y="309754"/>
                    <a:pt x="224154" y="344044"/>
                    <a:pt x="155955" y="344044"/>
                  </a:cubicBezTo>
                  <a:close/>
                  <a:moveTo>
                    <a:pt x="54483" y="143383"/>
                  </a:moveTo>
                  <a:lnTo>
                    <a:pt x="240156" y="143383"/>
                  </a:lnTo>
                  <a:cubicBezTo>
                    <a:pt x="235076" y="86868"/>
                    <a:pt x="204469" y="47498"/>
                    <a:pt x="149732" y="47498"/>
                  </a:cubicBezTo>
                  <a:cubicBezTo>
                    <a:pt x="92583" y="47498"/>
                    <a:pt x="57785" y="92456"/>
                    <a:pt x="54483" y="1433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5854016" y="8253073"/>
            <a:ext cx="280866" cy="60946"/>
            <a:chOff x="0" y="0"/>
            <a:chExt cx="2731922" cy="592798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63500" y="184657"/>
              <a:ext cx="268478" cy="344675"/>
            </a:xfrm>
            <a:custGeom>
              <a:avLst/>
              <a:gdLst/>
              <a:ahLst/>
              <a:cxnLst/>
              <a:rect r="r" b="b" t="t" l="l"/>
              <a:pathLst>
                <a:path h="344675" w="268478">
                  <a:moveTo>
                    <a:pt x="113411" y="344675"/>
                  </a:moveTo>
                  <a:cubicBezTo>
                    <a:pt x="50292" y="344675"/>
                    <a:pt x="0" y="307718"/>
                    <a:pt x="0" y="242314"/>
                  </a:cubicBezTo>
                  <a:cubicBezTo>
                    <a:pt x="0" y="166114"/>
                    <a:pt x="67818" y="152144"/>
                    <a:pt x="129413" y="144397"/>
                  </a:cubicBezTo>
                  <a:cubicBezTo>
                    <a:pt x="189484" y="136396"/>
                    <a:pt x="214884" y="139571"/>
                    <a:pt x="214884" y="112267"/>
                  </a:cubicBezTo>
                  <a:cubicBezTo>
                    <a:pt x="214884" y="70865"/>
                    <a:pt x="191389" y="47116"/>
                    <a:pt x="145288" y="47116"/>
                  </a:cubicBezTo>
                  <a:cubicBezTo>
                    <a:pt x="97409" y="47116"/>
                    <a:pt x="71501" y="72770"/>
                    <a:pt x="61087" y="95884"/>
                  </a:cubicBezTo>
                  <a:lnTo>
                    <a:pt x="9525" y="78866"/>
                  </a:lnTo>
                  <a:cubicBezTo>
                    <a:pt x="35179" y="18414"/>
                    <a:pt x="92329" y="0"/>
                    <a:pt x="143764" y="0"/>
                  </a:cubicBezTo>
                  <a:cubicBezTo>
                    <a:pt x="188468" y="0"/>
                    <a:pt x="268478" y="13715"/>
                    <a:pt x="268478" y="117601"/>
                  </a:cubicBezTo>
                  <a:lnTo>
                    <a:pt x="268478" y="227328"/>
                  </a:lnTo>
                  <a:lnTo>
                    <a:pt x="268478" y="337055"/>
                  </a:lnTo>
                  <a:lnTo>
                    <a:pt x="215773" y="337055"/>
                  </a:lnTo>
                  <a:lnTo>
                    <a:pt x="215773" y="314322"/>
                  </a:lnTo>
                  <a:lnTo>
                    <a:pt x="215773" y="291716"/>
                  </a:lnTo>
                  <a:lnTo>
                    <a:pt x="212217" y="291716"/>
                  </a:lnTo>
                  <a:cubicBezTo>
                    <a:pt x="200914" y="315211"/>
                    <a:pt x="169672" y="344675"/>
                    <a:pt x="113411" y="344675"/>
                  </a:cubicBezTo>
                  <a:close/>
                  <a:moveTo>
                    <a:pt x="122682" y="297304"/>
                  </a:moveTo>
                  <a:cubicBezTo>
                    <a:pt x="181864" y="297304"/>
                    <a:pt x="215011" y="257426"/>
                    <a:pt x="215011" y="216660"/>
                  </a:cubicBezTo>
                  <a:lnTo>
                    <a:pt x="215011" y="193546"/>
                  </a:lnTo>
                  <a:lnTo>
                    <a:pt x="215011" y="170559"/>
                  </a:lnTo>
                  <a:cubicBezTo>
                    <a:pt x="206121" y="180973"/>
                    <a:pt x="147701" y="186942"/>
                    <a:pt x="127254" y="189609"/>
                  </a:cubicBezTo>
                  <a:cubicBezTo>
                    <a:pt x="88265" y="194689"/>
                    <a:pt x="53975" y="207135"/>
                    <a:pt x="53975" y="244981"/>
                  </a:cubicBezTo>
                  <a:cubicBezTo>
                    <a:pt x="53975" y="279524"/>
                    <a:pt x="82804" y="297304"/>
                    <a:pt x="122682" y="2973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0" id="250"/>
            <p:cNvSpPr/>
            <p:nvPr/>
          </p:nvSpPr>
          <p:spPr>
            <a:xfrm flipH="false" flipV="false" rot="0">
              <a:off x="426085" y="182879"/>
              <a:ext cx="439928" cy="338833"/>
            </a:xfrm>
            <a:custGeom>
              <a:avLst/>
              <a:gdLst/>
              <a:ahLst/>
              <a:cxnLst/>
              <a:rect r="r" b="b" t="t" l="l"/>
              <a:pathLst>
                <a:path h="338833" w="439928">
                  <a:moveTo>
                    <a:pt x="0" y="338706"/>
                  </a:moveTo>
                  <a:lnTo>
                    <a:pt x="0" y="172337"/>
                  </a:lnTo>
                  <a:lnTo>
                    <a:pt x="0" y="5969"/>
                  </a:lnTo>
                  <a:lnTo>
                    <a:pt x="52070" y="5969"/>
                  </a:lnTo>
                  <a:lnTo>
                    <a:pt x="52324" y="66928"/>
                  </a:lnTo>
                  <a:cubicBezTo>
                    <a:pt x="68707" y="21970"/>
                    <a:pt x="106172" y="0"/>
                    <a:pt x="145542" y="0"/>
                  </a:cubicBezTo>
                  <a:cubicBezTo>
                    <a:pt x="189357" y="0"/>
                    <a:pt x="218440" y="26796"/>
                    <a:pt x="230378" y="67817"/>
                  </a:cubicBezTo>
                  <a:cubicBezTo>
                    <a:pt x="246126" y="25907"/>
                    <a:pt x="286893" y="0"/>
                    <a:pt x="335153" y="0"/>
                  </a:cubicBezTo>
                  <a:cubicBezTo>
                    <a:pt x="392938" y="0"/>
                    <a:pt x="439929" y="37210"/>
                    <a:pt x="439929" y="114299"/>
                  </a:cubicBezTo>
                  <a:lnTo>
                    <a:pt x="439929" y="226566"/>
                  </a:lnTo>
                  <a:lnTo>
                    <a:pt x="439929" y="338833"/>
                  </a:lnTo>
                  <a:lnTo>
                    <a:pt x="385953" y="338833"/>
                  </a:lnTo>
                  <a:lnTo>
                    <a:pt x="385953" y="227201"/>
                  </a:lnTo>
                  <a:lnTo>
                    <a:pt x="385953" y="115696"/>
                  </a:lnTo>
                  <a:cubicBezTo>
                    <a:pt x="385953" y="67817"/>
                    <a:pt x="354711" y="48767"/>
                    <a:pt x="319024" y="48767"/>
                  </a:cubicBezTo>
                  <a:cubicBezTo>
                    <a:pt x="274066" y="48767"/>
                    <a:pt x="246761" y="79374"/>
                    <a:pt x="246761" y="121411"/>
                  </a:cubicBezTo>
                  <a:lnTo>
                    <a:pt x="246761" y="229995"/>
                  </a:lnTo>
                  <a:lnTo>
                    <a:pt x="246761" y="338579"/>
                  </a:lnTo>
                  <a:lnTo>
                    <a:pt x="193167" y="338579"/>
                  </a:lnTo>
                  <a:lnTo>
                    <a:pt x="193167" y="224534"/>
                  </a:lnTo>
                  <a:lnTo>
                    <a:pt x="193167" y="110362"/>
                  </a:lnTo>
                  <a:cubicBezTo>
                    <a:pt x="193167" y="73405"/>
                    <a:pt x="165481" y="48767"/>
                    <a:pt x="128016" y="48767"/>
                  </a:cubicBezTo>
                  <a:cubicBezTo>
                    <a:pt x="89027" y="48767"/>
                    <a:pt x="53594" y="76199"/>
                    <a:pt x="53594" y="129158"/>
                  </a:cubicBezTo>
                  <a:lnTo>
                    <a:pt x="53594" y="233932"/>
                  </a:lnTo>
                  <a:lnTo>
                    <a:pt x="53594" y="338706"/>
                  </a:lnTo>
                  <a:lnTo>
                    <a:pt x="0" y="33870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1" id="251"/>
            <p:cNvSpPr/>
            <p:nvPr/>
          </p:nvSpPr>
          <p:spPr>
            <a:xfrm flipH="false" flipV="false" rot="0">
              <a:off x="959994" y="78104"/>
              <a:ext cx="295275" cy="450592"/>
            </a:xfrm>
            <a:custGeom>
              <a:avLst/>
              <a:gdLst/>
              <a:ahLst/>
              <a:cxnLst/>
              <a:rect r="r" b="b" t="t" l="l"/>
              <a:pathLst>
                <a:path h="450592" w="295275">
                  <a:moveTo>
                    <a:pt x="154432" y="450593"/>
                  </a:moveTo>
                  <a:cubicBezTo>
                    <a:pt x="91059" y="450593"/>
                    <a:pt x="68707" y="410461"/>
                    <a:pt x="57658" y="391919"/>
                  </a:cubicBezTo>
                  <a:lnTo>
                    <a:pt x="51689" y="391919"/>
                  </a:lnTo>
                  <a:lnTo>
                    <a:pt x="51689" y="417700"/>
                  </a:lnTo>
                  <a:lnTo>
                    <a:pt x="51689" y="443481"/>
                  </a:lnTo>
                  <a:lnTo>
                    <a:pt x="0" y="443481"/>
                  </a:lnTo>
                  <a:lnTo>
                    <a:pt x="0" y="221741"/>
                  </a:lnTo>
                  <a:lnTo>
                    <a:pt x="0" y="0"/>
                  </a:lnTo>
                  <a:lnTo>
                    <a:pt x="53594" y="0"/>
                  </a:lnTo>
                  <a:lnTo>
                    <a:pt x="53594" y="82169"/>
                  </a:lnTo>
                  <a:lnTo>
                    <a:pt x="53594" y="163956"/>
                  </a:lnTo>
                  <a:lnTo>
                    <a:pt x="57785" y="163956"/>
                  </a:lnTo>
                  <a:cubicBezTo>
                    <a:pt x="68834" y="146430"/>
                    <a:pt x="89281" y="106553"/>
                    <a:pt x="154178" y="106553"/>
                  </a:cubicBezTo>
                  <a:cubicBezTo>
                    <a:pt x="237236" y="106553"/>
                    <a:pt x="295275" y="172592"/>
                    <a:pt x="295275" y="278001"/>
                  </a:cubicBezTo>
                  <a:cubicBezTo>
                    <a:pt x="295275" y="383918"/>
                    <a:pt x="237490" y="450593"/>
                    <a:pt x="154432" y="450593"/>
                  </a:cubicBezTo>
                  <a:close/>
                  <a:moveTo>
                    <a:pt x="146431" y="402714"/>
                  </a:moveTo>
                  <a:cubicBezTo>
                    <a:pt x="208661" y="402714"/>
                    <a:pt x="240792" y="347343"/>
                    <a:pt x="240792" y="277366"/>
                  </a:cubicBezTo>
                  <a:cubicBezTo>
                    <a:pt x="240792" y="208279"/>
                    <a:pt x="209550" y="154431"/>
                    <a:pt x="146431" y="154431"/>
                  </a:cubicBezTo>
                  <a:cubicBezTo>
                    <a:pt x="85089" y="154431"/>
                    <a:pt x="52959" y="203834"/>
                    <a:pt x="52959" y="277366"/>
                  </a:cubicBezTo>
                  <a:cubicBezTo>
                    <a:pt x="52959" y="351534"/>
                    <a:pt x="85978" y="402714"/>
                    <a:pt x="146431" y="4027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2" id="252"/>
            <p:cNvSpPr/>
            <p:nvPr/>
          </p:nvSpPr>
          <p:spPr>
            <a:xfrm flipH="false" flipV="false" rot="0">
              <a:off x="1323087" y="63499"/>
              <a:ext cx="74676" cy="458085"/>
            </a:xfrm>
            <a:custGeom>
              <a:avLst/>
              <a:gdLst/>
              <a:ahLst/>
              <a:cxnLst/>
              <a:rect r="r" b="b" t="t" l="l"/>
              <a:pathLst>
                <a:path h="458085" w="74676">
                  <a:moveTo>
                    <a:pt x="10160" y="458086"/>
                  </a:moveTo>
                  <a:lnTo>
                    <a:pt x="10160" y="291717"/>
                  </a:lnTo>
                  <a:lnTo>
                    <a:pt x="10160" y="125349"/>
                  </a:lnTo>
                  <a:lnTo>
                    <a:pt x="63754" y="125349"/>
                  </a:lnTo>
                  <a:lnTo>
                    <a:pt x="63754" y="291717"/>
                  </a:lnTo>
                  <a:lnTo>
                    <a:pt x="63754" y="458086"/>
                  </a:lnTo>
                  <a:lnTo>
                    <a:pt x="10160" y="458086"/>
                  </a:lnTo>
                  <a:close/>
                  <a:moveTo>
                    <a:pt x="37211" y="70866"/>
                  </a:moveTo>
                  <a:cubicBezTo>
                    <a:pt x="17018" y="70866"/>
                    <a:pt x="0" y="55118"/>
                    <a:pt x="0" y="35433"/>
                  </a:cubicBezTo>
                  <a:cubicBezTo>
                    <a:pt x="0" y="15748"/>
                    <a:pt x="17018" y="0"/>
                    <a:pt x="37211" y="0"/>
                  </a:cubicBezTo>
                  <a:cubicBezTo>
                    <a:pt x="57785" y="0"/>
                    <a:pt x="74676" y="15748"/>
                    <a:pt x="74676" y="35433"/>
                  </a:cubicBezTo>
                  <a:cubicBezTo>
                    <a:pt x="74676" y="55118"/>
                    <a:pt x="57658" y="70866"/>
                    <a:pt x="37211" y="708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1464819" y="184657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8" y="0"/>
                    <a:pt x="294640" y="43433"/>
                    <a:pt x="294640" y="166368"/>
                  </a:cubicBezTo>
                  <a:lnTo>
                    <a:pt x="294640" y="177544"/>
                  </a:lnTo>
                  <a:lnTo>
                    <a:pt x="294640" y="188720"/>
                  </a:lnTo>
                  <a:lnTo>
                    <a:pt x="54102" y="188720"/>
                  </a:lnTo>
                  <a:cubicBezTo>
                    <a:pt x="56769" y="258316"/>
                    <a:pt x="97282" y="296415"/>
                    <a:pt x="156210" y="296415"/>
                  </a:cubicBezTo>
                  <a:cubicBezTo>
                    <a:pt x="195453" y="296415"/>
                    <a:pt x="224917" y="279143"/>
                    <a:pt x="237490" y="245235"/>
                  </a:cubicBezTo>
                  <a:lnTo>
                    <a:pt x="289306" y="259459"/>
                  </a:lnTo>
                  <a:cubicBezTo>
                    <a:pt x="273812" y="309750"/>
                    <a:pt x="224155" y="344040"/>
                    <a:pt x="155956" y="344040"/>
                  </a:cubicBezTo>
                  <a:close/>
                  <a:moveTo>
                    <a:pt x="54483" y="143381"/>
                  </a:moveTo>
                  <a:lnTo>
                    <a:pt x="240157" y="143381"/>
                  </a:lnTo>
                  <a:cubicBezTo>
                    <a:pt x="235077" y="86867"/>
                    <a:pt x="204470" y="47497"/>
                    <a:pt x="149733" y="47497"/>
                  </a:cubicBezTo>
                  <a:cubicBezTo>
                    <a:pt x="92583" y="47497"/>
                    <a:pt x="57785" y="92455"/>
                    <a:pt x="54483" y="1433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4" id="254"/>
            <p:cNvSpPr/>
            <p:nvPr/>
          </p:nvSpPr>
          <p:spPr>
            <a:xfrm flipH="false" flipV="false" rot="0">
              <a:off x="1836167" y="184657"/>
              <a:ext cx="266065" cy="336928"/>
            </a:xfrm>
            <a:custGeom>
              <a:avLst/>
              <a:gdLst/>
              <a:ahLst/>
              <a:cxnLst/>
              <a:rect r="r" b="b" t="t" l="l"/>
              <a:pathLst>
                <a:path h="336928" w="266065">
                  <a:moveTo>
                    <a:pt x="53594" y="137539"/>
                  </a:moveTo>
                  <a:lnTo>
                    <a:pt x="53594" y="237234"/>
                  </a:lnTo>
                  <a:lnTo>
                    <a:pt x="53594" y="336928"/>
                  </a:lnTo>
                  <a:lnTo>
                    <a:pt x="0" y="336928"/>
                  </a:lnTo>
                  <a:lnTo>
                    <a:pt x="0" y="170559"/>
                  </a:lnTo>
                  <a:lnTo>
                    <a:pt x="0" y="4191"/>
                  </a:lnTo>
                  <a:lnTo>
                    <a:pt x="51435" y="4191"/>
                  </a:lnTo>
                  <a:lnTo>
                    <a:pt x="51689" y="65785"/>
                  </a:lnTo>
                  <a:cubicBezTo>
                    <a:pt x="73152" y="18795"/>
                    <a:pt x="108839" y="0"/>
                    <a:pt x="153543" y="0"/>
                  </a:cubicBezTo>
                  <a:cubicBezTo>
                    <a:pt x="220853" y="0"/>
                    <a:pt x="266065" y="41401"/>
                    <a:pt x="266065" y="125602"/>
                  </a:cubicBezTo>
                  <a:lnTo>
                    <a:pt x="266065" y="231265"/>
                  </a:lnTo>
                  <a:lnTo>
                    <a:pt x="266065" y="336928"/>
                  </a:lnTo>
                  <a:lnTo>
                    <a:pt x="212471" y="336928"/>
                  </a:lnTo>
                  <a:lnTo>
                    <a:pt x="212471" y="233424"/>
                  </a:lnTo>
                  <a:lnTo>
                    <a:pt x="212471" y="130047"/>
                  </a:lnTo>
                  <a:cubicBezTo>
                    <a:pt x="212471" y="78866"/>
                    <a:pt x="183896" y="48259"/>
                    <a:pt x="137414" y="48259"/>
                  </a:cubicBezTo>
                  <a:cubicBezTo>
                    <a:pt x="89535" y="48259"/>
                    <a:pt x="53467" y="80644"/>
                    <a:pt x="53467" y="13753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5" id="255"/>
            <p:cNvSpPr/>
            <p:nvPr/>
          </p:nvSpPr>
          <p:spPr>
            <a:xfrm flipH="false" flipV="false" rot="0">
              <a:off x="2155318" y="109600"/>
              <a:ext cx="181229" cy="416049"/>
            </a:xfrm>
            <a:custGeom>
              <a:avLst/>
              <a:gdLst/>
              <a:ahLst/>
              <a:cxnLst/>
              <a:rect r="r" b="b" t="t" l="l"/>
              <a:pathLst>
                <a:path h="416049" w="181229">
                  <a:moveTo>
                    <a:pt x="171958" y="79248"/>
                  </a:moveTo>
                  <a:lnTo>
                    <a:pt x="171958" y="102107"/>
                  </a:lnTo>
                  <a:lnTo>
                    <a:pt x="171958" y="124967"/>
                  </a:lnTo>
                  <a:lnTo>
                    <a:pt x="103505" y="124967"/>
                  </a:lnTo>
                  <a:lnTo>
                    <a:pt x="103505" y="225296"/>
                  </a:lnTo>
                  <a:lnTo>
                    <a:pt x="103505" y="325626"/>
                  </a:lnTo>
                  <a:cubicBezTo>
                    <a:pt x="103505" y="355343"/>
                    <a:pt x="114554" y="368424"/>
                    <a:pt x="142748" y="368424"/>
                  </a:cubicBezTo>
                  <a:cubicBezTo>
                    <a:pt x="149606" y="368424"/>
                    <a:pt x="161163" y="366646"/>
                    <a:pt x="170180" y="364868"/>
                  </a:cubicBezTo>
                  <a:lnTo>
                    <a:pt x="181229" y="410080"/>
                  </a:lnTo>
                  <a:cubicBezTo>
                    <a:pt x="170180" y="413890"/>
                    <a:pt x="155067" y="416049"/>
                    <a:pt x="141351" y="416049"/>
                  </a:cubicBezTo>
                  <a:cubicBezTo>
                    <a:pt x="83947" y="416049"/>
                    <a:pt x="50038" y="384172"/>
                    <a:pt x="50038" y="329690"/>
                  </a:cubicBezTo>
                  <a:lnTo>
                    <a:pt x="50038" y="227455"/>
                  </a:lnTo>
                  <a:lnTo>
                    <a:pt x="50038" y="125094"/>
                  </a:lnTo>
                  <a:lnTo>
                    <a:pt x="0" y="125094"/>
                  </a:lnTo>
                  <a:lnTo>
                    <a:pt x="0" y="102234"/>
                  </a:lnTo>
                  <a:lnTo>
                    <a:pt x="0" y="79375"/>
                  </a:lnTo>
                  <a:lnTo>
                    <a:pt x="50038" y="79375"/>
                  </a:lnTo>
                  <a:lnTo>
                    <a:pt x="50038" y="39624"/>
                  </a:lnTo>
                  <a:lnTo>
                    <a:pt x="50038" y="0"/>
                  </a:lnTo>
                  <a:lnTo>
                    <a:pt x="103632" y="0"/>
                  </a:lnTo>
                  <a:lnTo>
                    <a:pt x="103632" y="39624"/>
                  </a:lnTo>
                  <a:lnTo>
                    <a:pt x="103632" y="79248"/>
                  </a:lnTo>
                  <a:lnTo>
                    <a:pt x="172085" y="792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6" id="256"/>
            <p:cNvSpPr/>
            <p:nvPr/>
          </p:nvSpPr>
          <p:spPr>
            <a:xfrm flipH="false" flipV="false" rot="0">
              <a:off x="2373758" y="184657"/>
              <a:ext cx="294640" cy="344040"/>
            </a:xfrm>
            <a:custGeom>
              <a:avLst/>
              <a:gdLst/>
              <a:ahLst/>
              <a:cxnLst/>
              <a:rect r="r" b="b" t="t" l="l"/>
              <a:pathLst>
                <a:path h="344040" w="294640">
                  <a:moveTo>
                    <a:pt x="155956" y="344040"/>
                  </a:moveTo>
                  <a:cubicBezTo>
                    <a:pt x="59563" y="344040"/>
                    <a:pt x="0" y="275587"/>
                    <a:pt x="0" y="173226"/>
                  </a:cubicBezTo>
                  <a:cubicBezTo>
                    <a:pt x="0" y="71119"/>
                    <a:pt x="58928" y="0"/>
                    <a:pt x="149733" y="0"/>
                  </a:cubicBezTo>
                  <a:cubicBezTo>
                    <a:pt x="220219" y="0"/>
                    <a:pt x="294641" y="43433"/>
                    <a:pt x="294641" y="166368"/>
                  </a:cubicBezTo>
                  <a:lnTo>
                    <a:pt x="294641" y="177544"/>
                  </a:lnTo>
                  <a:lnTo>
                    <a:pt x="294641" y="188720"/>
                  </a:lnTo>
                  <a:lnTo>
                    <a:pt x="54229" y="188720"/>
                  </a:lnTo>
                  <a:cubicBezTo>
                    <a:pt x="56896" y="258316"/>
                    <a:pt x="97409" y="296415"/>
                    <a:pt x="156337" y="296415"/>
                  </a:cubicBezTo>
                  <a:cubicBezTo>
                    <a:pt x="195581" y="296415"/>
                    <a:pt x="225044" y="279143"/>
                    <a:pt x="237617" y="245235"/>
                  </a:cubicBezTo>
                  <a:lnTo>
                    <a:pt x="289434" y="259459"/>
                  </a:lnTo>
                  <a:cubicBezTo>
                    <a:pt x="273939" y="309750"/>
                    <a:pt x="224282" y="344040"/>
                    <a:pt x="156083" y="344040"/>
                  </a:cubicBezTo>
                  <a:close/>
                  <a:moveTo>
                    <a:pt x="54610" y="143381"/>
                  </a:moveTo>
                  <a:lnTo>
                    <a:pt x="240284" y="143381"/>
                  </a:lnTo>
                  <a:cubicBezTo>
                    <a:pt x="235204" y="86867"/>
                    <a:pt x="204597" y="47497"/>
                    <a:pt x="149860" y="47497"/>
                  </a:cubicBezTo>
                  <a:cubicBezTo>
                    <a:pt x="92710" y="47497"/>
                    <a:pt x="57912" y="92455"/>
                    <a:pt x="54610" y="1433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57" id="257"/>
          <p:cNvSpPr/>
          <p:nvPr/>
        </p:nvSpPr>
        <p:spPr>
          <a:xfrm flipH="false" flipV="false" rot="0">
            <a:off x="8522979" y="9448066"/>
            <a:ext cx="1056550" cy="581925"/>
          </a:xfrm>
          <a:custGeom>
            <a:avLst/>
            <a:gdLst/>
            <a:ahLst/>
            <a:cxnLst/>
            <a:rect r="r" b="b" t="t" l="l"/>
            <a:pathLst>
              <a:path h="581925" w="1056550">
                <a:moveTo>
                  <a:pt x="0" y="0"/>
                </a:moveTo>
                <a:lnTo>
                  <a:pt x="1056549" y="0"/>
                </a:lnTo>
                <a:lnTo>
                  <a:pt x="1056549" y="581925"/>
                </a:lnTo>
                <a:lnTo>
                  <a:pt x="0" y="58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8" id="258"/>
          <p:cNvSpPr/>
          <p:nvPr/>
        </p:nvSpPr>
        <p:spPr>
          <a:xfrm flipH="false" flipV="false" rot="0">
            <a:off x="5628788" y="274909"/>
            <a:ext cx="7226469" cy="9101900"/>
          </a:xfrm>
          <a:custGeom>
            <a:avLst/>
            <a:gdLst/>
            <a:ahLst/>
            <a:cxnLst/>
            <a:rect r="r" b="b" t="t" l="l"/>
            <a:pathLst>
              <a:path h="9101900" w="7226469">
                <a:moveTo>
                  <a:pt x="0" y="0"/>
                </a:moveTo>
                <a:lnTo>
                  <a:pt x="7226469" y="0"/>
                </a:lnTo>
                <a:lnTo>
                  <a:pt x="7226469" y="9101900"/>
                </a:lnTo>
                <a:lnTo>
                  <a:pt x="0" y="910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9" id="259"/>
          <p:cNvGrpSpPr/>
          <p:nvPr/>
        </p:nvGrpSpPr>
        <p:grpSpPr>
          <a:xfrm rot="0">
            <a:off x="9852679" y="147781"/>
            <a:ext cx="7431835" cy="9663117"/>
            <a:chOff x="0" y="0"/>
            <a:chExt cx="9909114" cy="12884155"/>
          </a:xfrm>
        </p:grpSpPr>
        <p:sp>
          <p:nvSpPr>
            <p:cNvPr name="TextBox 260" id="260"/>
            <p:cNvSpPr txBox="true"/>
            <p:nvPr/>
          </p:nvSpPr>
          <p:spPr>
            <a:xfrm rot="0">
              <a:off x="0" y="6543325"/>
              <a:ext cx="42207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GPS</a:t>
              </a:r>
            </a:p>
          </p:txBody>
        </p:sp>
        <p:sp>
          <p:nvSpPr>
            <p:cNvPr name="TextBox 261" id="261"/>
            <p:cNvSpPr txBox="true"/>
            <p:nvPr/>
          </p:nvSpPr>
          <p:spPr>
            <a:xfrm rot="0">
              <a:off x="7287" y="1344665"/>
              <a:ext cx="67417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 eléctrica</a:t>
              </a:r>
            </a:p>
          </p:txBody>
        </p:sp>
        <p:sp>
          <p:nvSpPr>
            <p:cNvPr name="TextBox 262" id="262"/>
            <p:cNvSpPr txBox="true"/>
            <p:nvPr/>
          </p:nvSpPr>
          <p:spPr>
            <a:xfrm rot="0">
              <a:off x="7287" y="11415308"/>
              <a:ext cx="68212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Memoria externa</a:t>
              </a:r>
            </a:p>
          </p:txBody>
        </p:sp>
        <p:sp>
          <p:nvSpPr>
            <p:cNvPr name="TextBox 263" id="263"/>
            <p:cNvSpPr txBox="true"/>
            <p:nvPr/>
          </p:nvSpPr>
          <p:spPr>
            <a:xfrm rot="0">
              <a:off x="7287" y="7490583"/>
              <a:ext cx="795175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sensor de radiación solar</a:t>
              </a:r>
            </a:p>
          </p:txBody>
        </p:sp>
        <p:sp>
          <p:nvSpPr>
            <p:cNvPr name="TextBox 264" id="264"/>
            <p:cNvSpPr txBox="true"/>
            <p:nvPr/>
          </p:nvSpPr>
          <p:spPr>
            <a:xfrm rot="0">
              <a:off x="7287" y="7842332"/>
              <a:ext cx="669889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sensor de temperatura</a:t>
              </a:r>
            </a:p>
          </p:txBody>
        </p:sp>
        <p:sp>
          <p:nvSpPr>
            <p:cNvPr name="TextBox 265" id="265"/>
            <p:cNvSpPr txBox="true"/>
            <p:nvPr/>
          </p:nvSpPr>
          <p:spPr>
            <a:xfrm rot="0">
              <a:off x="7287" y="8838036"/>
              <a:ext cx="795175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sensor de humedad relativa</a:t>
              </a:r>
            </a:p>
          </p:txBody>
        </p:sp>
        <p:sp>
          <p:nvSpPr>
            <p:cNvPr name="TextBox 266" id="266"/>
            <p:cNvSpPr txBox="true"/>
            <p:nvPr/>
          </p:nvSpPr>
          <p:spPr>
            <a:xfrm rot="0">
              <a:off x="7287" y="2177548"/>
              <a:ext cx="802366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control de telecomunicación</a:t>
              </a:r>
            </a:p>
          </p:txBody>
        </p:sp>
        <p:sp>
          <p:nvSpPr>
            <p:cNvPr name="TextBox 267" id="267"/>
            <p:cNvSpPr txBox="true"/>
            <p:nvPr/>
          </p:nvSpPr>
          <p:spPr>
            <a:xfrm rot="0">
              <a:off x="7287" y="8339793"/>
              <a:ext cx="802340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sensor de velocidad del viento</a:t>
              </a:r>
            </a:p>
          </p:txBody>
        </p:sp>
        <p:sp>
          <p:nvSpPr>
            <p:cNvPr name="TextBox 268" id="268"/>
            <p:cNvSpPr txBox="true"/>
            <p:nvPr/>
          </p:nvSpPr>
          <p:spPr>
            <a:xfrm rot="0">
              <a:off x="7287" y="10545730"/>
              <a:ext cx="91635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Suciedad del ambiente</a:t>
              </a:r>
            </a:p>
          </p:txBody>
        </p:sp>
        <p:sp>
          <p:nvSpPr>
            <p:cNvPr name="TextBox 269" id="269"/>
            <p:cNvSpPr txBox="true"/>
            <p:nvPr/>
          </p:nvSpPr>
          <p:spPr>
            <a:xfrm rot="0">
              <a:off x="7287" y="10186932"/>
              <a:ext cx="9336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Vibraciones mecánicas</a:t>
              </a:r>
            </a:p>
          </p:txBody>
        </p:sp>
        <p:sp>
          <p:nvSpPr>
            <p:cNvPr name="TextBox 270" id="270"/>
            <p:cNvSpPr txBox="true"/>
            <p:nvPr/>
          </p:nvSpPr>
          <p:spPr>
            <a:xfrm rot="0">
              <a:off x="7287" y="4218971"/>
              <a:ext cx="98440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Presencia de obstáculos</a:t>
              </a:r>
            </a:p>
          </p:txBody>
        </p:sp>
        <p:sp>
          <p:nvSpPr>
            <p:cNvPr name="TextBox 271" id="271"/>
            <p:cNvSpPr txBox="true"/>
            <p:nvPr/>
          </p:nvSpPr>
          <p:spPr>
            <a:xfrm rot="0">
              <a:off x="7287" y="45940"/>
              <a:ext cx="117700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encendido/apagado</a:t>
              </a:r>
            </a:p>
          </p:txBody>
        </p:sp>
        <p:sp>
          <p:nvSpPr>
            <p:cNvPr name="TextBox 272" id="272"/>
            <p:cNvSpPr txBox="true"/>
            <p:nvPr/>
          </p:nvSpPr>
          <p:spPr>
            <a:xfrm rot="0">
              <a:off x="1382159" y="2590275"/>
              <a:ext cx="12097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E.6</a:t>
              </a:r>
            </a:p>
          </p:txBody>
        </p:sp>
        <p:sp>
          <p:nvSpPr>
            <p:cNvPr name="TextBox 273" id="273"/>
            <p:cNvSpPr txBox="true"/>
            <p:nvPr/>
          </p:nvSpPr>
          <p:spPr>
            <a:xfrm rot="0">
              <a:off x="1380591" y="7253089"/>
              <a:ext cx="12313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E.4</a:t>
              </a:r>
            </a:p>
          </p:txBody>
        </p:sp>
        <p:sp>
          <p:nvSpPr>
            <p:cNvPr name="TextBox 274" id="274"/>
            <p:cNvSpPr txBox="true"/>
            <p:nvPr/>
          </p:nvSpPr>
          <p:spPr>
            <a:xfrm rot="0">
              <a:off x="1382941" y="3754411"/>
              <a:ext cx="12085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E.3</a:t>
              </a:r>
            </a:p>
          </p:txBody>
        </p:sp>
        <p:sp>
          <p:nvSpPr>
            <p:cNvPr name="TextBox 275" id="275"/>
            <p:cNvSpPr txBox="true"/>
            <p:nvPr/>
          </p:nvSpPr>
          <p:spPr>
            <a:xfrm rot="0">
              <a:off x="1382159" y="3227966"/>
              <a:ext cx="12313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E.2</a:t>
              </a:r>
            </a:p>
          </p:txBody>
        </p:sp>
        <p:sp>
          <p:nvSpPr>
            <p:cNvPr name="TextBox 276" id="276"/>
            <p:cNvSpPr txBox="true"/>
            <p:nvPr/>
          </p:nvSpPr>
          <p:spPr>
            <a:xfrm rot="0">
              <a:off x="1384508" y="9445832"/>
              <a:ext cx="1219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E.7</a:t>
              </a:r>
            </a:p>
          </p:txBody>
        </p:sp>
        <p:sp>
          <p:nvSpPr>
            <p:cNvPr name="TextBox 277" id="277"/>
            <p:cNvSpPr txBox="true"/>
            <p:nvPr/>
          </p:nvSpPr>
          <p:spPr>
            <a:xfrm rot="0">
              <a:off x="1369623" y="5613428"/>
              <a:ext cx="14661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M.3</a:t>
              </a:r>
            </a:p>
          </p:txBody>
        </p:sp>
        <p:sp>
          <p:nvSpPr>
            <p:cNvPr name="TextBox 278" id="278"/>
            <p:cNvSpPr txBox="true"/>
            <p:nvPr/>
          </p:nvSpPr>
          <p:spPr>
            <a:xfrm rot="0">
              <a:off x="1368055" y="6077985"/>
              <a:ext cx="1488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M.4</a:t>
              </a:r>
            </a:p>
          </p:txBody>
        </p:sp>
        <p:sp>
          <p:nvSpPr>
            <p:cNvPr name="TextBox 279" id="279"/>
            <p:cNvSpPr txBox="true"/>
            <p:nvPr/>
          </p:nvSpPr>
          <p:spPr>
            <a:xfrm rot="0">
              <a:off x="1368840" y="5148085"/>
              <a:ext cx="1488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M.2</a:t>
              </a:r>
            </a:p>
          </p:txBody>
        </p:sp>
        <p:sp>
          <p:nvSpPr>
            <p:cNvPr name="TextBox 280" id="280"/>
            <p:cNvSpPr txBox="true"/>
            <p:nvPr/>
          </p:nvSpPr>
          <p:spPr>
            <a:xfrm rot="0">
              <a:off x="1381374" y="4683528"/>
              <a:ext cx="14153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M.1</a:t>
              </a:r>
            </a:p>
          </p:txBody>
        </p:sp>
        <p:sp>
          <p:nvSpPr>
            <p:cNvPr name="TextBox 281" id="281"/>
            <p:cNvSpPr txBox="true"/>
            <p:nvPr/>
          </p:nvSpPr>
          <p:spPr>
            <a:xfrm rot="0">
              <a:off x="1766808" y="7253872"/>
              <a:ext cx="68160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Interfaz</a:t>
              </a:r>
            </a:p>
          </p:txBody>
        </p:sp>
        <p:sp>
          <p:nvSpPr>
            <p:cNvPr name="TextBox 282" id="282"/>
            <p:cNvSpPr txBox="true"/>
            <p:nvPr/>
          </p:nvSpPr>
          <p:spPr>
            <a:xfrm rot="0">
              <a:off x="1756625" y="2591060"/>
              <a:ext cx="74840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Sensores</a:t>
              </a:r>
            </a:p>
          </p:txBody>
        </p:sp>
        <p:sp>
          <p:nvSpPr>
            <p:cNvPr name="TextBox 283" id="283"/>
            <p:cNvSpPr txBox="true"/>
            <p:nvPr/>
          </p:nvSpPr>
          <p:spPr>
            <a:xfrm rot="0">
              <a:off x="2145976" y="5047810"/>
              <a:ext cx="30333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</a:t>
              </a:r>
            </a:p>
          </p:txBody>
        </p:sp>
        <p:sp>
          <p:nvSpPr>
            <p:cNvPr name="TextBox 284" id="284"/>
            <p:cNvSpPr txBox="true"/>
            <p:nvPr/>
          </p:nvSpPr>
          <p:spPr>
            <a:xfrm rot="0">
              <a:off x="1999480" y="5158393"/>
              <a:ext cx="601799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orientación de plataforma</a:t>
              </a:r>
            </a:p>
          </p:txBody>
        </p:sp>
        <p:sp>
          <p:nvSpPr>
            <p:cNvPr name="TextBox 285" id="285"/>
            <p:cNvSpPr txBox="true"/>
            <p:nvPr/>
          </p:nvSpPr>
          <p:spPr>
            <a:xfrm rot="0">
              <a:off x="2145976" y="5976925"/>
              <a:ext cx="30333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</a:t>
              </a:r>
            </a:p>
          </p:txBody>
        </p:sp>
        <p:sp>
          <p:nvSpPr>
            <p:cNvPr name="TextBox 286" id="286"/>
            <p:cNvSpPr txBox="true"/>
            <p:nvPr/>
          </p:nvSpPr>
          <p:spPr>
            <a:xfrm rot="0">
              <a:off x="1989296" y="6087510"/>
              <a:ext cx="622440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orientación del sistema</a:t>
              </a:r>
            </a:p>
          </p:txBody>
        </p:sp>
        <p:sp>
          <p:nvSpPr>
            <p:cNvPr name="TextBox 287" id="287"/>
            <p:cNvSpPr txBox="true"/>
            <p:nvPr/>
          </p:nvSpPr>
          <p:spPr>
            <a:xfrm rot="0">
              <a:off x="1766026" y="9439565"/>
              <a:ext cx="83952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Actuadores</a:t>
              </a:r>
            </a:p>
          </p:txBody>
        </p:sp>
        <p:sp>
          <p:nvSpPr>
            <p:cNvPr name="TextBox 288" id="288"/>
            <p:cNvSpPr txBox="true"/>
            <p:nvPr/>
          </p:nvSpPr>
          <p:spPr>
            <a:xfrm rot="0">
              <a:off x="1988511" y="3703490"/>
              <a:ext cx="64095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nivel de </a:t>
              </a:r>
            </a:p>
          </p:txBody>
        </p:sp>
        <p:sp>
          <p:nvSpPr>
            <p:cNvPr name="TextBox 289" id="289"/>
            <p:cNvSpPr txBox="true"/>
            <p:nvPr/>
          </p:nvSpPr>
          <p:spPr>
            <a:xfrm rot="0">
              <a:off x="2143624" y="3804550"/>
              <a:ext cx="3006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</a:t>
              </a:r>
            </a:p>
          </p:txBody>
        </p:sp>
        <p:sp>
          <p:nvSpPr>
            <p:cNvPr name="TextBox 290" id="290"/>
            <p:cNvSpPr txBox="true"/>
            <p:nvPr/>
          </p:nvSpPr>
          <p:spPr>
            <a:xfrm rot="0">
              <a:off x="1989296" y="3086292"/>
              <a:ext cx="640955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temperatura de gestionador de </a:t>
              </a:r>
            </a:p>
          </p:txBody>
        </p:sp>
        <p:sp>
          <p:nvSpPr>
            <p:cNvPr name="TextBox 291" id="291"/>
            <p:cNvSpPr txBox="true"/>
            <p:nvPr/>
          </p:nvSpPr>
          <p:spPr>
            <a:xfrm rot="0">
              <a:off x="2144409" y="3379945"/>
              <a:ext cx="3006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</a:t>
              </a:r>
            </a:p>
          </p:txBody>
        </p:sp>
        <p:sp>
          <p:nvSpPr>
            <p:cNvPr name="TextBox 292" id="292"/>
            <p:cNvSpPr txBox="true"/>
            <p:nvPr/>
          </p:nvSpPr>
          <p:spPr>
            <a:xfrm rot="0">
              <a:off x="1967359" y="5562506"/>
              <a:ext cx="667028" cy="281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1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posición de plataforma</a:t>
              </a:r>
            </a:p>
          </p:txBody>
        </p:sp>
        <p:sp>
          <p:nvSpPr>
            <p:cNvPr name="TextBox 293" id="293"/>
            <p:cNvSpPr txBox="true"/>
            <p:nvPr/>
          </p:nvSpPr>
          <p:spPr>
            <a:xfrm rot="0">
              <a:off x="1942292" y="6543325"/>
              <a:ext cx="70701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Captar señal GPS</a:t>
              </a:r>
            </a:p>
          </p:txBody>
        </p:sp>
        <p:sp>
          <p:nvSpPr>
            <p:cNvPr name="TextBox 294" id="294"/>
            <p:cNvSpPr txBox="true"/>
            <p:nvPr/>
          </p:nvSpPr>
          <p:spPr>
            <a:xfrm rot="0">
              <a:off x="1949341" y="4168832"/>
              <a:ext cx="72208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presencia </a:t>
              </a:r>
            </a:p>
          </p:txBody>
        </p:sp>
        <p:sp>
          <p:nvSpPr>
            <p:cNvPr name="TextBox 295" id="295"/>
            <p:cNvSpPr txBox="true"/>
            <p:nvPr/>
          </p:nvSpPr>
          <p:spPr>
            <a:xfrm rot="0">
              <a:off x="2036300" y="4269892"/>
              <a:ext cx="51776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obstáculo</a:t>
              </a:r>
            </a:p>
          </p:txBody>
        </p:sp>
        <p:sp>
          <p:nvSpPr>
            <p:cNvPr name="TextBox 296" id="296"/>
            <p:cNvSpPr txBox="true"/>
            <p:nvPr/>
          </p:nvSpPr>
          <p:spPr>
            <a:xfrm rot="0">
              <a:off x="1954825" y="4633389"/>
              <a:ext cx="71654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Sensar velocidad </a:t>
              </a:r>
            </a:p>
          </p:txBody>
        </p:sp>
        <p:sp>
          <p:nvSpPr>
            <p:cNvPr name="TextBox 297" id="297"/>
            <p:cNvSpPr txBox="true"/>
            <p:nvPr/>
          </p:nvSpPr>
          <p:spPr>
            <a:xfrm rot="0">
              <a:off x="2040999" y="4734449"/>
              <a:ext cx="51454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traslación</a:t>
              </a:r>
            </a:p>
          </p:txBody>
        </p:sp>
        <p:sp>
          <p:nvSpPr>
            <p:cNvPr name="TextBox 298" id="298"/>
            <p:cNvSpPr txBox="true"/>
            <p:nvPr/>
          </p:nvSpPr>
          <p:spPr>
            <a:xfrm rot="0">
              <a:off x="1772293" y="10224535"/>
              <a:ext cx="64402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Mecánico</a:t>
              </a:r>
            </a:p>
          </p:txBody>
        </p:sp>
        <p:sp>
          <p:nvSpPr>
            <p:cNvPr name="TextBox 299" id="299"/>
            <p:cNvSpPr txBox="true"/>
            <p:nvPr/>
          </p:nvSpPr>
          <p:spPr>
            <a:xfrm rot="0">
              <a:off x="1872568" y="10454196"/>
              <a:ext cx="831357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Soportar plataforma de medición de </a:t>
              </a:r>
            </a:p>
          </p:txBody>
        </p:sp>
        <p:sp>
          <p:nvSpPr>
            <p:cNvPr name="TextBox 300" id="300"/>
            <p:cNvSpPr txBox="true"/>
            <p:nvPr/>
          </p:nvSpPr>
          <p:spPr>
            <a:xfrm rot="0">
              <a:off x="2096620" y="10646790"/>
              <a:ext cx="34777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radiacón</a:t>
              </a:r>
            </a:p>
          </p:txBody>
        </p:sp>
        <p:sp>
          <p:nvSpPr>
            <p:cNvPr name="TextBox 301" id="301"/>
            <p:cNvSpPr txBox="true"/>
            <p:nvPr/>
          </p:nvSpPr>
          <p:spPr>
            <a:xfrm rot="0">
              <a:off x="1995563" y="10893686"/>
              <a:ext cx="57353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Proteger componentes </a:t>
              </a:r>
            </a:p>
          </p:txBody>
        </p:sp>
        <p:sp>
          <p:nvSpPr>
            <p:cNvPr name="TextBox 302" id="302"/>
            <p:cNvSpPr txBox="true"/>
            <p:nvPr/>
          </p:nvSpPr>
          <p:spPr>
            <a:xfrm rot="0">
              <a:off x="2104454" y="11086278"/>
              <a:ext cx="3251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internos</a:t>
              </a:r>
            </a:p>
          </p:txBody>
        </p:sp>
        <p:sp>
          <p:nvSpPr>
            <p:cNvPr name="TextBox 303" id="303"/>
            <p:cNvSpPr txBox="true"/>
            <p:nvPr/>
          </p:nvSpPr>
          <p:spPr>
            <a:xfrm rot="0">
              <a:off x="1772293" y="334860"/>
              <a:ext cx="67451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Energía</a:t>
              </a:r>
            </a:p>
          </p:txBody>
        </p:sp>
        <p:sp>
          <p:nvSpPr>
            <p:cNvPr name="TextBox 304" id="304"/>
            <p:cNvSpPr txBox="true"/>
            <p:nvPr/>
          </p:nvSpPr>
          <p:spPr>
            <a:xfrm rot="0">
              <a:off x="2345744" y="558130"/>
              <a:ext cx="63088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Recibir energía </a:t>
              </a:r>
            </a:p>
          </p:txBody>
        </p:sp>
        <p:sp>
          <p:nvSpPr>
            <p:cNvPr name="TextBox 305" id="305"/>
            <p:cNvSpPr txBox="true"/>
            <p:nvPr/>
          </p:nvSpPr>
          <p:spPr>
            <a:xfrm rot="0">
              <a:off x="2472653" y="659188"/>
              <a:ext cx="34751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eléctrica</a:t>
              </a:r>
            </a:p>
          </p:txBody>
        </p:sp>
        <p:sp>
          <p:nvSpPr>
            <p:cNvPr name="TextBox 306" id="306"/>
            <p:cNvSpPr txBox="true"/>
            <p:nvPr/>
          </p:nvSpPr>
          <p:spPr>
            <a:xfrm rot="0">
              <a:off x="2309706" y="1294529"/>
              <a:ext cx="70431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Proteger sistema </a:t>
              </a:r>
            </a:p>
          </p:txBody>
        </p:sp>
        <p:sp>
          <p:nvSpPr>
            <p:cNvPr name="TextBox 307" id="307"/>
            <p:cNvSpPr txBox="true"/>
            <p:nvPr/>
          </p:nvSpPr>
          <p:spPr>
            <a:xfrm rot="0">
              <a:off x="2471871" y="1395586"/>
              <a:ext cx="34668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eléctrico</a:t>
              </a:r>
            </a:p>
          </p:txBody>
        </p:sp>
        <p:sp>
          <p:nvSpPr>
            <p:cNvPr name="TextBox 308" id="308"/>
            <p:cNvSpPr txBox="true"/>
            <p:nvPr/>
          </p:nvSpPr>
          <p:spPr>
            <a:xfrm rot="0">
              <a:off x="3006152" y="2942024"/>
              <a:ext cx="8743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I.1</a:t>
              </a:r>
            </a:p>
          </p:txBody>
        </p:sp>
        <p:sp>
          <p:nvSpPr>
            <p:cNvPr name="TextBox 309" id="309"/>
            <p:cNvSpPr txBox="true"/>
            <p:nvPr/>
          </p:nvSpPr>
          <p:spPr>
            <a:xfrm rot="0">
              <a:off x="2980300" y="2592625"/>
              <a:ext cx="1219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E.5</a:t>
              </a:r>
            </a:p>
          </p:txBody>
        </p:sp>
        <p:sp>
          <p:nvSpPr>
            <p:cNvPr name="TextBox 310" id="310"/>
            <p:cNvSpPr txBox="true"/>
            <p:nvPr/>
          </p:nvSpPr>
          <p:spPr>
            <a:xfrm rot="0">
              <a:off x="2976383" y="6542542"/>
              <a:ext cx="12658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S.4</a:t>
              </a:r>
            </a:p>
          </p:txBody>
        </p:sp>
        <p:sp>
          <p:nvSpPr>
            <p:cNvPr name="TextBox 311" id="311"/>
            <p:cNvSpPr txBox="true"/>
            <p:nvPr/>
          </p:nvSpPr>
          <p:spPr>
            <a:xfrm rot="0">
              <a:off x="2978733" y="5613428"/>
              <a:ext cx="12430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S.3</a:t>
              </a:r>
            </a:p>
          </p:txBody>
        </p:sp>
        <p:sp>
          <p:nvSpPr>
            <p:cNvPr name="TextBox 312" id="312"/>
            <p:cNvSpPr txBox="true"/>
            <p:nvPr/>
          </p:nvSpPr>
          <p:spPr>
            <a:xfrm rot="0">
              <a:off x="2977948" y="5148085"/>
              <a:ext cx="12658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S.2</a:t>
              </a:r>
            </a:p>
          </p:txBody>
        </p:sp>
        <p:sp>
          <p:nvSpPr>
            <p:cNvPr name="TextBox 313" id="313"/>
            <p:cNvSpPr txBox="true"/>
            <p:nvPr/>
          </p:nvSpPr>
          <p:spPr>
            <a:xfrm rot="0">
              <a:off x="2990484" y="4683528"/>
              <a:ext cx="1192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S.1</a:t>
              </a:r>
            </a:p>
          </p:txBody>
        </p:sp>
        <p:sp>
          <p:nvSpPr>
            <p:cNvPr name="TextBox 314" id="314"/>
            <p:cNvSpPr txBox="true"/>
            <p:nvPr/>
          </p:nvSpPr>
          <p:spPr>
            <a:xfrm rot="0">
              <a:off x="3022603" y="11844612"/>
              <a:ext cx="1476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M.5</a:t>
              </a:r>
            </a:p>
          </p:txBody>
        </p:sp>
        <p:sp>
          <p:nvSpPr>
            <p:cNvPr name="TextBox 315" id="315"/>
            <p:cNvSpPr txBox="true"/>
            <p:nvPr/>
          </p:nvSpPr>
          <p:spPr>
            <a:xfrm rot="0">
              <a:off x="3440156" y="2034844"/>
              <a:ext cx="12313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E.2</a:t>
              </a:r>
            </a:p>
          </p:txBody>
        </p:sp>
        <p:sp>
          <p:nvSpPr>
            <p:cNvPr name="TextBox 316" id="316"/>
            <p:cNvSpPr txBox="true"/>
            <p:nvPr/>
          </p:nvSpPr>
          <p:spPr>
            <a:xfrm rot="0">
              <a:off x="3395504" y="5041544"/>
              <a:ext cx="1882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CO.1</a:t>
              </a:r>
            </a:p>
          </p:txBody>
        </p:sp>
        <p:sp>
          <p:nvSpPr>
            <p:cNvPr name="TextBox 317" id="317"/>
            <p:cNvSpPr txBox="true"/>
            <p:nvPr/>
          </p:nvSpPr>
          <p:spPr>
            <a:xfrm rot="0">
              <a:off x="3457391" y="11844612"/>
              <a:ext cx="14674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M.6</a:t>
              </a:r>
            </a:p>
          </p:txBody>
        </p:sp>
        <p:sp>
          <p:nvSpPr>
            <p:cNvPr name="TextBox 318" id="318"/>
            <p:cNvSpPr txBox="true"/>
            <p:nvPr/>
          </p:nvSpPr>
          <p:spPr>
            <a:xfrm rot="0">
              <a:off x="3036703" y="10950874"/>
              <a:ext cx="57353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Soportar componentes </a:t>
              </a:r>
            </a:p>
          </p:txBody>
        </p:sp>
        <p:sp>
          <p:nvSpPr>
            <p:cNvPr name="TextBox 319" id="319"/>
            <p:cNvSpPr txBox="true"/>
            <p:nvPr/>
          </p:nvSpPr>
          <p:spPr>
            <a:xfrm rot="0">
              <a:off x="3004585" y="11364386"/>
              <a:ext cx="63059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Alojar memoria </a:t>
              </a:r>
            </a:p>
          </p:txBody>
        </p:sp>
        <p:sp>
          <p:nvSpPr>
            <p:cNvPr name="TextBox 320" id="320"/>
            <p:cNvSpPr txBox="true"/>
            <p:nvPr/>
          </p:nvSpPr>
          <p:spPr>
            <a:xfrm rot="0">
              <a:off x="3152649" y="11465446"/>
              <a:ext cx="30383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externa</a:t>
              </a:r>
            </a:p>
          </p:txBody>
        </p:sp>
        <p:sp>
          <p:nvSpPr>
            <p:cNvPr name="TextBox 321" id="321"/>
            <p:cNvSpPr txBox="true"/>
            <p:nvPr/>
          </p:nvSpPr>
          <p:spPr>
            <a:xfrm rot="0">
              <a:off x="2941130" y="10495592"/>
              <a:ext cx="7595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Alojar gestionador </a:t>
              </a:r>
            </a:p>
          </p:txBody>
        </p:sp>
        <p:sp>
          <p:nvSpPr>
            <p:cNvPr name="TextBox 322" id="322"/>
            <p:cNvSpPr txBox="true"/>
            <p:nvPr/>
          </p:nvSpPr>
          <p:spPr>
            <a:xfrm rot="0">
              <a:off x="3092326" y="10596652"/>
              <a:ext cx="42691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energía</a:t>
              </a:r>
            </a:p>
          </p:txBody>
        </p:sp>
        <p:sp>
          <p:nvSpPr>
            <p:cNvPr name="TextBox 323" id="323"/>
            <p:cNvSpPr txBox="true"/>
            <p:nvPr/>
          </p:nvSpPr>
          <p:spPr>
            <a:xfrm rot="0">
              <a:off x="3640708" y="9223347"/>
              <a:ext cx="18402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CT.3</a:t>
              </a:r>
            </a:p>
          </p:txBody>
        </p:sp>
        <p:sp>
          <p:nvSpPr>
            <p:cNvPr name="TextBox 324" id="324"/>
            <p:cNvSpPr txBox="true"/>
            <p:nvPr/>
          </p:nvSpPr>
          <p:spPr>
            <a:xfrm rot="0">
              <a:off x="3222370" y="7358066"/>
              <a:ext cx="6649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Recibir señal de </a:t>
              </a:r>
            </a:p>
          </p:txBody>
        </p:sp>
        <p:sp>
          <p:nvSpPr>
            <p:cNvPr name="TextBox 325" id="325"/>
            <p:cNvSpPr txBox="true"/>
            <p:nvPr/>
          </p:nvSpPr>
          <p:spPr>
            <a:xfrm rot="0">
              <a:off x="3246657" y="7459124"/>
              <a:ext cx="58769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radiación solar</a:t>
              </a:r>
            </a:p>
          </p:txBody>
        </p:sp>
        <p:sp>
          <p:nvSpPr>
            <p:cNvPr name="TextBox 326" id="326"/>
            <p:cNvSpPr txBox="true"/>
            <p:nvPr/>
          </p:nvSpPr>
          <p:spPr>
            <a:xfrm rot="0">
              <a:off x="3222370" y="7828890"/>
              <a:ext cx="6649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Recibir señal de </a:t>
              </a:r>
            </a:p>
          </p:txBody>
        </p:sp>
        <p:sp>
          <p:nvSpPr>
            <p:cNvPr name="TextBox 327" id="327"/>
            <p:cNvSpPr txBox="true"/>
            <p:nvPr/>
          </p:nvSpPr>
          <p:spPr>
            <a:xfrm rot="0">
              <a:off x="3295226" y="7929950"/>
              <a:ext cx="49092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temperatura</a:t>
              </a:r>
            </a:p>
          </p:txBody>
        </p:sp>
        <p:sp>
          <p:nvSpPr>
            <p:cNvPr name="TextBox 328" id="328"/>
            <p:cNvSpPr txBox="true"/>
            <p:nvPr/>
          </p:nvSpPr>
          <p:spPr>
            <a:xfrm rot="0">
              <a:off x="3196519" y="8825503"/>
              <a:ext cx="693345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96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Recibir señal de humedad relativa</a:t>
              </a:r>
            </a:p>
          </p:txBody>
        </p:sp>
        <p:sp>
          <p:nvSpPr>
            <p:cNvPr name="TextBox 329" id="329"/>
            <p:cNvSpPr txBox="true"/>
            <p:nvPr/>
          </p:nvSpPr>
          <p:spPr>
            <a:xfrm rot="0">
              <a:off x="3238038" y="8289654"/>
              <a:ext cx="66492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Recibir señal de velocidad del </a:t>
              </a:r>
            </a:p>
          </p:txBody>
        </p:sp>
        <p:sp>
          <p:nvSpPr>
            <p:cNvPr name="TextBox 330" id="330"/>
            <p:cNvSpPr txBox="true"/>
            <p:nvPr/>
          </p:nvSpPr>
          <p:spPr>
            <a:xfrm rot="0">
              <a:off x="3431539" y="8482249"/>
              <a:ext cx="24298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viento</a:t>
              </a:r>
            </a:p>
          </p:txBody>
        </p:sp>
        <p:sp>
          <p:nvSpPr>
            <p:cNvPr name="TextBox 331" id="331"/>
            <p:cNvSpPr txBox="true"/>
            <p:nvPr/>
          </p:nvSpPr>
          <p:spPr>
            <a:xfrm rot="0">
              <a:off x="3796604" y="2034844"/>
              <a:ext cx="12085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E.3</a:t>
              </a:r>
            </a:p>
          </p:txBody>
        </p:sp>
        <p:sp>
          <p:nvSpPr>
            <p:cNvPr name="TextBox 332" id="332"/>
            <p:cNvSpPr txBox="true"/>
            <p:nvPr/>
          </p:nvSpPr>
          <p:spPr>
            <a:xfrm rot="0">
              <a:off x="3346147" y="2583226"/>
              <a:ext cx="665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Control</a:t>
              </a:r>
            </a:p>
          </p:txBody>
        </p:sp>
        <p:sp>
          <p:nvSpPr>
            <p:cNvPr name="TextBox 333" id="333"/>
            <p:cNvSpPr txBox="true"/>
            <p:nvPr/>
          </p:nvSpPr>
          <p:spPr>
            <a:xfrm rot="0">
              <a:off x="3444073" y="9593237"/>
              <a:ext cx="615384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Accionar movimiento de </a:t>
              </a:r>
            </a:p>
          </p:txBody>
        </p:sp>
        <p:sp>
          <p:nvSpPr>
            <p:cNvPr name="TextBox 334" id="334"/>
            <p:cNvSpPr txBox="true"/>
            <p:nvPr/>
          </p:nvSpPr>
          <p:spPr>
            <a:xfrm rot="0">
              <a:off x="3541998" y="9785830"/>
              <a:ext cx="3890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traslación</a:t>
              </a:r>
            </a:p>
          </p:txBody>
        </p:sp>
        <p:sp>
          <p:nvSpPr>
            <p:cNvPr name="TextBox 335" id="335"/>
            <p:cNvSpPr txBox="true"/>
            <p:nvPr/>
          </p:nvSpPr>
          <p:spPr>
            <a:xfrm rot="0">
              <a:off x="3445640" y="5986450"/>
              <a:ext cx="622440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orientación del sistema</a:t>
              </a:r>
            </a:p>
          </p:txBody>
        </p:sp>
        <p:sp>
          <p:nvSpPr>
            <p:cNvPr name="TextBox 336" id="336"/>
            <p:cNvSpPr txBox="true"/>
            <p:nvPr/>
          </p:nvSpPr>
          <p:spPr>
            <a:xfrm rot="0">
              <a:off x="3452692" y="2891885"/>
              <a:ext cx="63041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datos </a:t>
              </a:r>
            </a:p>
          </p:txBody>
        </p:sp>
        <p:sp>
          <p:nvSpPr>
            <p:cNvPr name="TextBox 337" id="337"/>
            <p:cNvSpPr txBox="true"/>
            <p:nvPr/>
          </p:nvSpPr>
          <p:spPr>
            <a:xfrm rot="0">
              <a:off x="3444073" y="2992945"/>
              <a:ext cx="62097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meteorológicos</a:t>
              </a:r>
            </a:p>
          </p:txBody>
        </p:sp>
        <p:sp>
          <p:nvSpPr>
            <p:cNvPr name="TextBox 338" id="338"/>
            <p:cNvSpPr txBox="true"/>
            <p:nvPr/>
          </p:nvSpPr>
          <p:spPr>
            <a:xfrm rot="0">
              <a:off x="3941534" y="10990703"/>
              <a:ext cx="1488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M.4</a:t>
              </a:r>
            </a:p>
          </p:txBody>
        </p:sp>
        <p:sp>
          <p:nvSpPr>
            <p:cNvPr name="TextBox 339" id="339"/>
            <p:cNvSpPr txBox="true"/>
            <p:nvPr/>
          </p:nvSpPr>
          <p:spPr>
            <a:xfrm rot="0">
              <a:off x="3359466" y="558130"/>
              <a:ext cx="73636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Gestionar energía </a:t>
              </a:r>
            </a:p>
          </p:txBody>
        </p:sp>
        <p:sp>
          <p:nvSpPr>
            <p:cNvPr name="TextBox 340" id="340"/>
            <p:cNvSpPr txBox="true"/>
            <p:nvPr/>
          </p:nvSpPr>
          <p:spPr>
            <a:xfrm rot="0">
              <a:off x="3538081" y="659188"/>
              <a:ext cx="34751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eléctrica</a:t>
              </a:r>
            </a:p>
          </p:txBody>
        </p:sp>
        <p:sp>
          <p:nvSpPr>
            <p:cNvPr name="TextBox 341" id="341"/>
            <p:cNvSpPr txBox="true"/>
            <p:nvPr/>
          </p:nvSpPr>
          <p:spPr>
            <a:xfrm rot="0">
              <a:off x="4445263" y="11248443"/>
              <a:ext cx="14153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M.1</a:t>
              </a:r>
            </a:p>
          </p:txBody>
        </p:sp>
        <p:sp>
          <p:nvSpPr>
            <p:cNvPr name="TextBox 342" id="342"/>
            <p:cNvSpPr txBox="true"/>
            <p:nvPr/>
          </p:nvSpPr>
          <p:spPr>
            <a:xfrm rot="0">
              <a:off x="4475815" y="9223347"/>
              <a:ext cx="1863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CT.4</a:t>
              </a:r>
            </a:p>
          </p:txBody>
        </p:sp>
        <p:sp>
          <p:nvSpPr>
            <p:cNvPr name="TextBox 343" id="343"/>
            <p:cNvSpPr txBox="true"/>
            <p:nvPr/>
          </p:nvSpPr>
          <p:spPr>
            <a:xfrm rot="0">
              <a:off x="4628578" y="5441079"/>
              <a:ext cx="1192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S.1</a:t>
              </a:r>
            </a:p>
          </p:txBody>
        </p:sp>
        <p:sp>
          <p:nvSpPr>
            <p:cNvPr name="TextBox 344" id="344"/>
            <p:cNvSpPr txBox="true"/>
            <p:nvPr/>
          </p:nvSpPr>
          <p:spPr>
            <a:xfrm rot="0">
              <a:off x="4046511" y="4990622"/>
              <a:ext cx="74693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posición </a:t>
              </a:r>
            </a:p>
          </p:txBody>
        </p:sp>
        <p:sp>
          <p:nvSpPr>
            <p:cNvPr name="TextBox 345" id="345"/>
            <p:cNvSpPr txBox="true"/>
            <p:nvPr/>
          </p:nvSpPr>
          <p:spPr>
            <a:xfrm rot="0">
              <a:off x="4177339" y="5091680"/>
              <a:ext cx="45639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del sistema</a:t>
              </a:r>
            </a:p>
          </p:txBody>
        </p:sp>
        <p:sp>
          <p:nvSpPr>
            <p:cNvPr name="TextBox 346" id="346"/>
            <p:cNvSpPr txBox="true"/>
            <p:nvPr/>
          </p:nvSpPr>
          <p:spPr>
            <a:xfrm rot="0">
              <a:off x="4647381" y="2034844"/>
              <a:ext cx="12313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E.4</a:t>
              </a:r>
            </a:p>
          </p:txBody>
        </p:sp>
        <p:sp>
          <p:nvSpPr>
            <p:cNvPr name="TextBox 347" id="347"/>
            <p:cNvSpPr txBox="true"/>
            <p:nvPr/>
          </p:nvSpPr>
          <p:spPr>
            <a:xfrm rot="0">
              <a:off x="4587841" y="7041570"/>
              <a:ext cx="18402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CT.3</a:t>
              </a:r>
            </a:p>
          </p:txBody>
        </p:sp>
        <p:sp>
          <p:nvSpPr>
            <p:cNvPr name="TextBox 348" id="348"/>
            <p:cNvSpPr txBox="true"/>
            <p:nvPr/>
          </p:nvSpPr>
          <p:spPr>
            <a:xfrm rot="0">
              <a:off x="4617612" y="45628"/>
              <a:ext cx="1863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CT.2</a:t>
              </a:r>
            </a:p>
          </p:txBody>
        </p:sp>
        <p:sp>
          <p:nvSpPr>
            <p:cNvPr name="TextBox 349" id="349"/>
            <p:cNvSpPr txBox="true"/>
            <p:nvPr/>
          </p:nvSpPr>
          <p:spPr>
            <a:xfrm rot="0">
              <a:off x="4218077" y="10705669"/>
              <a:ext cx="616183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Generar movimiento de </a:t>
              </a:r>
            </a:p>
          </p:txBody>
        </p:sp>
        <p:sp>
          <p:nvSpPr>
            <p:cNvPr name="TextBox 350" id="350"/>
            <p:cNvSpPr txBox="true"/>
            <p:nvPr/>
          </p:nvSpPr>
          <p:spPr>
            <a:xfrm rot="0">
              <a:off x="4316002" y="10898262"/>
              <a:ext cx="3890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traslación</a:t>
              </a:r>
            </a:p>
          </p:txBody>
        </p:sp>
        <p:sp>
          <p:nvSpPr>
            <p:cNvPr name="TextBox 351" id="351"/>
            <p:cNvSpPr txBox="true"/>
            <p:nvPr/>
          </p:nvSpPr>
          <p:spPr>
            <a:xfrm rot="0">
              <a:off x="4280749" y="9542316"/>
              <a:ext cx="615384" cy="37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Accionar movimiento de orientación de </a:t>
              </a:r>
            </a:p>
          </p:txBody>
        </p:sp>
        <p:sp>
          <p:nvSpPr>
            <p:cNvPr name="TextBox 352" id="352"/>
            <p:cNvSpPr txBox="true"/>
            <p:nvPr/>
          </p:nvSpPr>
          <p:spPr>
            <a:xfrm rot="0">
              <a:off x="4358304" y="9836751"/>
              <a:ext cx="43241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plataforma</a:t>
              </a:r>
            </a:p>
          </p:txBody>
        </p:sp>
        <p:sp>
          <p:nvSpPr>
            <p:cNvPr name="TextBox 353" id="353"/>
            <p:cNvSpPr txBox="true"/>
            <p:nvPr/>
          </p:nvSpPr>
          <p:spPr>
            <a:xfrm rot="0">
              <a:off x="4428028" y="5802350"/>
              <a:ext cx="539473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velocidad de </a:t>
              </a:r>
            </a:p>
          </p:txBody>
        </p:sp>
        <p:sp>
          <p:nvSpPr>
            <p:cNvPr name="TextBox 354" id="354"/>
            <p:cNvSpPr txBox="true"/>
            <p:nvPr/>
          </p:nvSpPr>
          <p:spPr>
            <a:xfrm rot="0">
              <a:off x="4488351" y="5994943"/>
              <a:ext cx="3890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traslación</a:t>
              </a:r>
            </a:p>
          </p:txBody>
        </p:sp>
        <p:sp>
          <p:nvSpPr>
            <p:cNvPr name="TextBox 355" id="355"/>
            <p:cNvSpPr txBox="true"/>
            <p:nvPr/>
          </p:nvSpPr>
          <p:spPr>
            <a:xfrm rot="0">
              <a:off x="4390425" y="6366400"/>
              <a:ext cx="616183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Controlar movimiento de actuador de </a:t>
              </a:r>
            </a:p>
          </p:txBody>
        </p:sp>
        <p:sp>
          <p:nvSpPr>
            <p:cNvPr name="TextBox 356" id="356"/>
            <p:cNvSpPr txBox="true"/>
            <p:nvPr/>
          </p:nvSpPr>
          <p:spPr>
            <a:xfrm rot="0">
              <a:off x="4488351" y="6660053"/>
              <a:ext cx="3890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traslación</a:t>
              </a:r>
            </a:p>
          </p:txBody>
        </p:sp>
        <p:sp>
          <p:nvSpPr>
            <p:cNvPr name="TextBox 357" id="357"/>
            <p:cNvSpPr txBox="true"/>
            <p:nvPr/>
          </p:nvSpPr>
          <p:spPr>
            <a:xfrm rot="0">
              <a:off x="4413143" y="516734"/>
              <a:ext cx="632485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Activar energía eléctrica del </a:t>
              </a:r>
            </a:p>
          </p:txBody>
        </p:sp>
        <p:sp>
          <p:nvSpPr>
            <p:cNvPr name="TextBox 358" id="358"/>
            <p:cNvSpPr txBox="true"/>
            <p:nvPr/>
          </p:nvSpPr>
          <p:spPr>
            <a:xfrm rot="0">
              <a:off x="4559639" y="709326"/>
              <a:ext cx="309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359" id="359"/>
            <p:cNvSpPr txBox="true"/>
            <p:nvPr/>
          </p:nvSpPr>
          <p:spPr>
            <a:xfrm rot="0">
              <a:off x="4402176" y="1080784"/>
              <a:ext cx="65485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 energía de Dominio de </a:t>
              </a:r>
            </a:p>
          </p:txBody>
        </p:sp>
        <p:sp>
          <p:nvSpPr>
            <p:cNvPr name="TextBox 360" id="360"/>
            <p:cNvSpPr txBox="true"/>
            <p:nvPr/>
          </p:nvSpPr>
          <p:spPr>
            <a:xfrm rot="0">
              <a:off x="4560422" y="1273376"/>
              <a:ext cx="30405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Interfaz</a:t>
              </a:r>
            </a:p>
          </p:txBody>
        </p:sp>
        <p:sp>
          <p:nvSpPr>
            <p:cNvPr name="TextBox 361" id="361"/>
            <p:cNvSpPr txBox="true"/>
            <p:nvPr/>
          </p:nvSpPr>
          <p:spPr>
            <a:xfrm rot="0">
              <a:off x="4351255" y="1545217"/>
              <a:ext cx="75881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Energizar Dominio </a:t>
              </a:r>
            </a:p>
          </p:txBody>
        </p:sp>
        <p:sp>
          <p:nvSpPr>
            <p:cNvPr name="TextBox 362" id="362"/>
            <p:cNvSpPr txBox="true"/>
            <p:nvPr/>
          </p:nvSpPr>
          <p:spPr>
            <a:xfrm rot="0">
              <a:off x="4498534" y="1646275"/>
              <a:ext cx="43030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Interfaz</a:t>
              </a:r>
            </a:p>
          </p:txBody>
        </p:sp>
        <p:sp>
          <p:nvSpPr>
            <p:cNvPr name="TextBox 363" id="363"/>
            <p:cNvSpPr txBox="true"/>
            <p:nvPr/>
          </p:nvSpPr>
          <p:spPr>
            <a:xfrm rot="0">
              <a:off x="5108804" y="7409770"/>
              <a:ext cx="8743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I.1</a:t>
              </a:r>
            </a:p>
          </p:txBody>
        </p:sp>
        <p:sp>
          <p:nvSpPr>
            <p:cNvPr name="TextBox 364" id="364"/>
            <p:cNvSpPr txBox="true"/>
            <p:nvPr/>
          </p:nvSpPr>
          <p:spPr>
            <a:xfrm rot="0">
              <a:off x="4580007" y="12194793"/>
              <a:ext cx="36621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Leyenda:</a:t>
              </a:r>
            </a:p>
          </p:txBody>
        </p:sp>
        <p:sp>
          <p:nvSpPr>
            <p:cNvPr name="TextBox 365" id="365"/>
            <p:cNvSpPr txBox="true"/>
            <p:nvPr/>
          </p:nvSpPr>
          <p:spPr>
            <a:xfrm rot="0">
              <a:off x="4964659" y="12336876"/>
              <a:ext cx="303000" cy="54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5"/>
                </a:lnSpc>
              </a:pPr>
              <a:r>
                <a:rPr lang="en-US" sz="493" spc="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 Señal</a:t>
              </a:r>
            </a:p>
            <a:p>
              <a:pPr algn="l">
                <a:lnSpc>
                  <a:spcPts val="749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Materia</a:t>
              </a:r>
            </a:p>
          </p:txBody>
        </p:sp>
        <p:sp>
          <p:nvSpPr>
            <p:cNvPr name="TextBox 366" id="366"/>
            <p:cNvSpPr txBox="true"/>
            <p:nvPr/>
          </p:nvSpPr>
          <p:spPr>
            <a:xfrm rot="0">
              <a:off x="5162859" y="2363873"/>
              <a:ext cx="1476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M.5</a:t>
              </a:r>
            </a:p>
          </p:txBody>
        </p:sp>
        <p:sp>
          <p:nvSpPr>
            <p:cNvPr name="TextBox 367" id="367"/>
            <p:cNvSpPr txBox="true"/>
            <p:nvPr/>
          </p:nvSpPr>
          <p:spPr>
            <a:xfrm rot="0">
              <a:off x="3453474" y="3322098"/>
              <a:ext cx="640955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temperatura de </a:t>
              </a:r>
            </a:p>
          </p:txBody>
        </p:sp>
        <p:sp>
          <p:nvSpPr>
            <p:cNvPr name="TextBox 368" id="368"/>
            <p:cNvSpPr txBox="true"/>
            <p:nvPr/>
          </p:nvSpPr>
          <p:spPr>
            <a:xfrm rot="0">
              <a:off x="3520848" y="3514691"/>
              <a:ext cx="4764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gestionador</a:t>
              </a:r>
            </a:p>
          </p:txBody>
        </p:sp>
        <p:sp>
          <p:nvSpPr>
            <p:cNvPr name="TextBox 369" id="369"/>
            <p:cNvSpPr txBox="true"/>
            <p:nvPr/>
          </p:nvSpPr>
          <p:spPr>
            <a:xfrm rot="0">
              <a:off x="4717887" y="3725551"/>
              <a:ext cx="68134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estado de energía del </a:t>
              </a:r>
            </a:p>
          </p:txBody>
        </p:sp>
        <p:sp>
          <p:nvSpPr>
            <p:cNvPr name="TextBox 370" id="370"/>
            <p:cNvSpPr txBox="true"/>
            <p:nvPr/>
          </p:nvSpPr>
          <p:spPr>
            <a:xfrm rot="0">
              <a:off x="3414304" y="3766162"/>
              <a:ext cx="72086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nivel de </a:t>
              </a:r>
            </a:p>
          </p:txBody>
        </p:sp>
        <p:sp>
          <p:nvSpPr>
            <p:cNvPr name="TextBox 371" id="371"/>
            <p:cNvSpPr txBox="true"/>
            <p:nvPr/>
          </p:nvSpPr>
          <p:spPr>
            <a:xfrm rot="0">
              <a:off x="3608587" y="3867222"/>
              <a:ext cx="3006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</a:t>
              </a:r>
            </a:p>
          </p:txBody>
        </p:sp>
        <p:sp>
          <p:nvSpPr>
            <p:cNvPr name="TextBox 372" id="372"/>
            <p:cNvSpPr txBox="true"/>
            <p:nvPr/>
          </p:nvSpPr>
          <p:spPr>
            <a:xfrm rot="0">
              <a:off x="4888668" y="3918143"/>
              <a:ext cx="309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373" id="373"/>
            <p:cNvSpPr txBox="true"/>
            <p:nvPr/>
          </p:nvSpPr>
          <p:spPr>
            <a:xfrm rot="0">
              <a:off x="3494212" y="4127436"/>
              <a:ext cx="544268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presencia de </a:t>
              </a:r>
            </a:p>
          </p:txBody>
        </p:sp>
        <p:sp>
          <p:nvSpPr>
            <p:cNvPr name="TextBox 374" id="374"/>
            <p:cNvSpPr txBox="true"/>
            <p:nvPr/>
          </p:nvSpPr>
          <p:spPr>
            <a:xfrm rot="0">
              <a:off x="3556101" y="4320028"/>
              <a:ext cx="39151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obstáculo</a:t>
              </a:r>
            </a:p>
          </p:txBody>
        </p:sp>
        <p:sp>
          <p:nvSpPr>
            <p:cNvPr name="TextBox 375" id="375"/>
            <p:cNvSpPr txBox="true"/>
            <p:nvPr/>
          </p:nvSpPr>
          <p:spPr>
            <a:xfrm rot="0">
              <a:off x="4051995" y="4561316"/>
              <a:ext cx="73684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rutas de </a:t>
              </a:r>
            </a:p>
          </p:txBody>
        </p:sp>
        <p:sp>
          <p:nvSpPr>
            <p:cNvPr name="TextBox 376" id="376"/>
            <p:cNvSpPr txBox="true"/>
            <p:nvPr/>
          </p:nvSpPr>
          <p:spPr>
            <a:xfrm rot="0">
              <a:off x="3406470" y="4611454"/>
              <a:ext cx="14769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M.5</a:t>
              </a:r>
            </a:p>
          </p:txBody>
        </p:sp>
        <p:sp>
          <p:nvSpPr>
            <p:cNvPr name="TextBox 377" id="377"/>
            <p:cNvSpPr txBox="true"/>
            <p:nvPr/>
          </p:nvSpPr>
          <p:spPr>
            <a:xfrm rot="0">
              <a:off x="4186741" y="4662376"/>
              <a:ext cx="43433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inspección</a:t>
              </a:r>
            </a:p>
          </p:txBody>
        </p:sp>
        <p:sp>
          <p:nvSpPr>
            <p:cNvPr name="TextBox 378" id="378"/>
            <p:cNvSpPr txBox="true"/>
            <p:nvPr/>
          </p:nvSpPr>
          <p:spPr>
            <a:xfrm rot="0">
              <a:off x="5269401" y="11248443"/>
              <a:ext cx="1488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M.2</a:t>
              </a:r>
            </a:p>
          </p:txBody>
        </p:sp>
        <p:sp>
          <p:nvSpPr>
            <p:cNvPr name="TextBox 379" id="379"/>
            <p:cNvSpPr txBox="true"/>
            <p:nvPr/>
          </p:nvSpPr>
          <p:spPr>
            <a:xfrm rot="0">
              <a:off x="5315623" y="9223347"/>
              <a:ext cx="18510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CT.5</a:t>
              </a:r>
            </a:p>
          </p:txBody>
        </p:sp>
        <p:sp>
          <p:nvSpPr>
            <p:cNvPr name="TextBox 380" id="380"/>
            <p:cNvSpPr txBox="true"/>
            <p:nvPr/>
          </p:nvSpPr>
          <p:spPr>
            <a:xfrm rot="0">
              <a:off x="4939590" y="2893453"/>
              <a:ext cx="63201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Registrar datos </a:t>
              </a:r>
            </a:p>
          </p:txBody>
        </p:sp>
        <p:sp>
          <p:nvSpPr>
            <p:cNvPr name="TextBox 381" id="381"/>
            <p:cNvSpPr txBox="true"/>
            <p:nvPr/>
          </p:nvSpPr>
          <p:spPr>
            <a:xfrm rot="0">
              <a:off x="4932538" y="2994513"/>
              <a:ext cx="62097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meteorológicos</a:t>
              </a:r>
            </a:p>
          </p:txBody>
        </p:sp>
        <p:sp>
          <p:nvSpPr>
            <p:cNvPr name="TextBox 382" id="382"/>
            <p:cNvSpPr txBox="true"/>
            <p:nvPr/>
          </p:nvSpPr>
          <p:spPr>
            <a:xfrm rot="0">
              <a:off x="5468387" y="5441861"/>
              <a:ext cx="12658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S.2</a:t>
              </a:r>
            </a:p>
          </p:txBody>
        </p:sp>
        <p:sp>
          <p:nvSpPr>
            <p:cNvPr name="TextBox 383" id="383"/>
            <p:cNvSpPr txBox="true"/>
            <p:nvPr/>
          </p:nvSpPr>
          <p:spPr>
            <a:xfrm rot="0">
              <a:off x="5437833" y="7041570"/>
              <a:ext cx="1863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CT.4</a:t>
              </a:r>
            </a:p>
          </p:txBody>
        </p:sp>
        <p:sp>
          <p:nvSpPr>
            <p:cNvPr name="TextBox 384" id="384"/>
            <p:cNvSpPr txBox="true"/>
            <p:nvPr/>
          </p:nvSpPr>
          <p:spPr>
            <a:xfrm rot="0">
              <a:off x="5071201" y="10709586"/>
              <a:ext cx="582622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Orientar plataforma de </a:t>
              </a:r>
            </a:p>
          </p:txBody>
        </p:sp>
        <p:sp>
          <p:nvSpPr>
            <p:cNvPr name="TextBox 385" id="385"/>
            <p:cNvSpPr txBox="true"/>
            <p:nvPr/>
          </p:nvSpPr>
          <p:spPr>
            <a:xfrm rot="0">
              <a:off x="5164427" y="10902179"/>
              <a:ext cx="36495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medición</a:t>
              </a:r>
            </a:p>
          </p:txBody>
        </p:sp>
        <p:sp>
          <p:nvSpPr>
            <p:cNvPr name="TextBox 386" id="386"/>
            <p:cNvSpPr txBox="true"/>
            <p:nvPr/>
          </p:nvSpPr>
          <p:spPr>
            <a:xfrm rot="0">
              <a:off x="5514608" y="45472"/>
              <a:ext cx="11577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E.1</a:t>
              </a:r>
            </a:p>
          </p:txBody>
        </p:sp>
        <p:sp>
          <p:nvSpPr>
            <p:cNvPr name="TextBox 387" id="387"/>
            <p:cNvSpPr txBox="true"/>
            <p:nvPr/>
          </p:nvSpPr>
          <p:spPr>
            <a:xfrm rot="0">
              <a:off x="5530276" y="8146951"/>
              <a:ext cx="17895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CT.1</a:t>
              </a:r>
            </a:p>
          </p:txBody>
        </p:sp>
        <p:sp>
          <p:nvSpPr>
            <p:cNvPr name="TextBox 388" id="388"/>
            <p:cNvSpPr txBox="true"/>
            <p:nvPr/>
          </p:nvSpPr>
          <p:spPr>
            <a:xfrm rot="0">
              <a:off x="5082952" y="9542316"/>
              <a:ext cx="684729" cy="37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Accionar movimiento de posicionamiento </a:t>
              </a:r>
            </a:p>
          </p:txBody>
        </p:sp>
        <p:sp>
          <p:nvSpPr>
            <p:cNvPr name="TextBox 389" id="389"/>
            <p:cNvSpPr txBox="true"/>
            <p:nvPr/>
          </p:nvSpPr>
          <p:spPr>
            <a:xfrm rot="0">
              <a:off x="5133091" y="9836751"/>
              <a:ext cx="55867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plataforma</a:t>
              </a:r>
            </a:p>
          </p:txBody>
        </p:sp>
        <p:sp>
          <p:nvSpPr>
            <p:cNvPr name="TextBox 390" id="390"/>
            <p:cNvSpPr txBox="true"/>
            <p:nvPr/>
          </p:nvSpPr>
          <p:spPr>
            <a:xfrm rot="0">
              <a:off x="5657186" y="2036409"/>
              <a:ext cx="1219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E.5</a:t>
              </a:r>
            </a:p>
          </p:txBody>
        </p:sp>
        <p:sp>
          <p:nvSpPr>
            <p:cNvPr name="TextBox 391" id="391"/>
            <p:cNvSpPr txBox="true"/>
            <p:nvPr/>
          </p:nvSpPr>
          <p:spPr>
            <a:xfrm rot="0">
              <a:off x="5242767" y="6366400"/>
              <a:ext cx="615384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Controlar movimiento de orientación de </a:t>
              </a:r>
            </a:p>
          </p:txBody>
        </p:sp>
        <p:sp>
          <p:nvSpPr>
            <p:cNvPr name="TextBox 392" id="392"/>
            <p:cNvSpPr txBox="true"/>
            <p:nvPr/>
          </p:nvSpPr>
          <p:spPr>
            <a:xfrm rot="0">
              <a:off x="5321107" y="6660053"/>
              <a:ext cx="43241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plataforma</a:t>
              </a:r>
            </a:p>
          </p:txBody>
        </p:sp>
        <p:sp>
          <p:nvSpPr>
            <p:cNvPr name="TextBox 393" id="393"/>
            <p:cNvSpPr txBox="true"/>
            <p:nvPr/>
          </p:nvSpPr>
          <p:spPr>
            <a:xfrm rot="0">
              <a:off x="5204379" y="5802350"/>
              <a:ext cx="69387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orientación de la </a:t>
              </a:r>
            </a:p>
          </p:txBody>
        </p:sp>
        <p:sp>
          <p:nvSpPr>
            <p:cNvPr name="TextBox 394" id="394"/>
            <p:cNvSpPr txBox="true"/>
            <p:nvPr/>
          </p:nvSpPr>
          <p:spPr>
            <a:xfrm rot="0">
              <a:off x="5321107" y="5994943"/>
              <a:ext cx="43241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plataforma</a:t>
              </a:r>
            </a:p>
          </p:txBody>
        </p:sp>
        <p:sp>
          <p:nvSpPr>
            <p:cNvPr name="TextBox 395" id="395"/>
            <p:cNvSpPr txBox="true"/>
            <p:nvPr/>
          </p:nvSpPr>
          <p:spPr>
            <a:xfrm rot="0">
              <a:off x="5843637" y="3413631"/>
              <a:ext cx="17895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CT.1</a:t>
              </a:r>
            </a:p>
          </p:txBody>
        </p:sp>
        <p:sp>
          <p:nvSpPr>
            <p:cNvPr name="TextBox 396" id="396"/>
            <p:cNvSpPr txBox="true"/>
            <p:nvPr/>
          </p:nvSpPr>
          <p:spPr>
            <a:xfrm rot="0">
              <a:off x="5921978" y="8851231"/>
              <a:ext cx="11577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E.1</a:t>
              </a:r>
            </a:p>
          </p:txBody>
        </p:sp>
        <p:sp>
          <p:nvSpPr>
            <p:cNvPr name="TextBox 397" id="397"/>
            <p:cNvSpPr txBox="true"/>
            <p:nvPr/>
          </p:nvSpPr>
          <p:spPr>
            <a:xfrm rot="0">
              <a:off x="5410414" y="1080784"/>
              <a:ext cx="65485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 energía de Dominio de </a:t>
              </a:r>
            </a:p>
          </p:txBody>
        </p:sp>
        <p:sp>
          <p:nvSpPr>
            <p:cNvPr name="TextBox 398" id="398"/>
            <p:cNvSpPr txBox="true"/>
            <p:nvPr/>
          </p:nvSpPr>
          <p:spPr>
            <a:xfrm rot="0">
              <a:off x="5387697" y="1273376"/>
              <a:ext cx="6762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 y Comm.</a:t>
              </a:r>
            </a:p>
          </p:txBody>
        </p:sp>
        <p:sp>
          <p:nvSpPr>
            <p:cNvPr name="TextBox 399" id="399"/>
            <p:cNvSpPr txBox="true"/>
            <p:nvPr/>
          </p:nvSpPr>
          <p:spPr>
            <a:xfrm rot="0">
              <a:off x="5359493" y="1508521"/>
              <a:ext cx="758811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Energizar Dominio de Control y </a:t>
              </a:r>
            </a:p>
          </p:txBody>
        </p:sp>
        <p:sp>
          <p:nvSpPr>
            <p:cNvPr name="TextBox 400" id="400"/>
            <p:cNvSpPr txBox="true"/>
            <p:nvPr/>
          </p:nvSpPr>
          <p:spPr>
            <a:xfrm rot="0">
              <a:off x="5390046" y="1701113"/>
              <a:ext cx="66984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Comunicaciones</a:t>
              </a:r>
            </a:p>
          </p:txBody>
        </p:sp>
        <p:sp>
          <p:nvSpPr>
            <p:cNvPr name="TextBox 401" id="401"/>
            <p:cNvSpPr txBox="true"/>
            <p:nvPr/>
          </p:nvSpPr>
          <p:spPr>
            <a:xfrm rot="0">
              <a:off x="6070039" y="2943591"/>
              <a:ext cx="146742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M.6</a:t>
              </a:r>
            </a:p>
          </p:txBody>
        </p:sp>
        <p:sp>
          <p:nvSpPr>
            <p:cNvPr name="TextBox 402" id="402"/>
            <p:cNvSpPr txBox="true"/>
            <p:nvPr/>
          </p:nvSpPr>
          <p:spPr>
            <a:xfrm rot="0">
              <a:off x="6106860" y="11248443"/>
              <a:ext cx="14661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M.3</a:t>
              </a:r>
            </a:p>
          </p:txBody>
        </p:sp>
        <p:sp>
          <p:nvSpPr>
            <p:cNvPr name="TextBox 403" id="403"/>
            <p:cNvSpPr txBox="true"/>
            <p:nvPr/>
          </p:nvSpPr>
          <p:spPr>
            <a:xfrm rot="0">
              <a:off x="6305845" y="5434810"/>
              <a:ext cx="12430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S.3</a:t>
              </a:r>
            </a:p>
          </p:txBody>
        </p:sp>
        <p:sp>
          <p:nvSpPr>
            <p:cNvPr name="TextBox 404" id="404"/>
            <p:cNvSpPr txBox="true"/>
            <p:nvPr/>
          </p:nvSpPr>
          <p:spPr>
            <a:xfrm rot="0">
              <a:off x="6276074" y="7041570"/>
              <a:ext cx="18510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CT.5</a:t>
              </a:r>
            </a:p>
          </p:txBody>
        </p:sp>
        <p:sp>
          <p:nvSpPr>
            <p:cNvPr name="TextBox 405" id="405"/>
            <p:cNvSpPr txBox="true"/>
            <p:nvPr/>
          </p:nvSpPr>
          <p:spPr>
            <a:xfrm rot="0">
              <a:off x="5907875" y="10705669"/>
              <a:ext cx="581823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Posicionar plataforma de </a:t>
              </a:r>
            </a:p>
          </p:txBody>
        </p:sp>
        <p:sp>
          <p:nvSpPr>
            <p:cNvPr name="TextBox 406" id="406"/>
            <p:cNvSpPr txBox="true"/>
            <p:nvPr/>
          </p:nvSpPr>
          <p:spPr>
            <a:xfrm rot="0">
              <a:off x="6001100" y="10898262"/>
              <a:ext cx="36495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medición</a:t>
              </a:r>
            </a:p>
          </p:txBody>
        </p:sp>
        <p:sp>
          <p:nvSpPr>
            <p:cNvPr name="TextBox 407" id="407"/>
            <p:cNvSpPr txBox="true"/>
            <p:nvPr/>
          </p:nvSpPr>
          <p:spPr>
            <a:xfrm rot="0">
              <a:off x="5870272" y="3725551"/>
              <a:ext cx="695731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Controlar estado de energía del </a:t>
              </a:r>
            </a:p>
          </p:txBody>
        </p:sp>
        <p:sp>
          <p:nvSpPr>
            <p:cNvPr name="TextBox 408" id="408"/>
            <p:cNvSpPr txBox="true"/>
            <p:nvPr/>
          </p:nvSpPr>
          <p:spPr>
            <a:xfrm rot="0">
              <a:off x="6048105" y="3918143"/>
              <a:ext cx="309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409" id="409"/>
            <p:cNvSpPr txBox="true"/>
            <p:nvPr/>
          </p:nvSpPr>
          <p:spPr>
            <a:xfrm rot="0">
              <a:off x="6095891" y="5802350"/>
              <a:ext cx="58200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posición de la </a:t>
              </a:r>
            </a:p>
          </p:txBody>
        </p:sp>
        <p:sp>
          <p:nvSpPr>
            <p:cNvPr name="TextBox 410" id="410"/>
            <p:cNvSpPr txBox="true"/>
            <p:nvPr/>
          </p:nvSpPr>
          <p:spPr>
            <a:xfrm rot="0">
              <a:off x="6156999" y="5994943"/>
              <a:ext cx="43241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plataforma</a:t>
              </a:r>
            </a:p>
          </p:txBody>
        </p:sp>
        <p:sp>
          <p:nvSpPr>
            <p:cNvPr name="TextBox 411" id="411"/>
            <p:cNvSpPr txBox="true"/>
            <p:nvPr/>
          </p:nvSpPr>
          <p:spPr>
            <a:xfrm rot="0">
              <a:off x="6044970" y="6366400"/>
              <a:ext cx="684726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Controlar movimiento de posicionamiento </a:t>
              </a:r>
            </a:p>
          </p:txBody>
        </p:sp>
        <p:sp>
          <p:nvSpPr>
            <p:cNvPr name="TextBox 412" id="412"/>
            <p:cNvSpPr txBox="true"/>
            <p:nvPr/>
          </p:nvSpPr>
          <p:spPr>
            <a:xfrm rot="0">
              <a:off x="6095109" y="6660053"/>
              <a:ext cx="55866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plataforma</a:t>
              </a:r>
            </a:p>
          </p:txBody>
        </p:sp>
        <p:sp>
          <p:nvSpPr>
            <p:cNvPr name="TextBox 413" id="413"/>
            <p:cNvSpPr txBox="true"/>
            <p:nvPr/>
          </p:nvSpPr>
          <p:spPr>
            <a:xfrm rot="0">
              <a:off x="6665425" y="2046595"/>
              <a:ext cx="12097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E.6</a:t>
              </a:r>
            </a:p>
          </p:txBody>
        </p:sp>
        <p:sp>
          <p:nvSpPr>
            <p:cNvPr name="TextBox 414" id="414"/>
            <p:cNvSpPr txBox="true"/>
            <p:nvPr/>
          </p:nvSpPr>
          <p:spPr>
            <a:xfrm rot="0">
              <a:off x="6836992" y="2591060"/>
              <a:ext cx="1219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E.5</a:t>
              </a:r>
            </a:p>
          </p:txBody>
        </p:sp>
        <p:sp>
          <p:nvSpPr>
            <p:cNvPr name="TextBox 415" id="415"/>
            <p:cNvSpPr txBox="true"/>
            <p:nvPr/>
          </p:nvSpPr>
          <p:spPr>
            <a:xfrm rot="0">
              <a:off x="6833075" y="2989811"/>
              <a:ext cx="12658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S.4</a:t>
              </a:r>
            </a:p>
          </p:txBody>
        </p:sp>
        <p:sp>
          <p:nvSpPr>
            <p:cNvPr name="TextBox 416" id="416"/>
            <p:cNvSpPr txBox="true"/>
            <p:nvPr/>
          </p:nvSpPr>
          <p:spPr>
            <a:xfrm rot="0">
              <a:off x="6805656" y="3817083"/>
              <a:ext cx="1863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CT.2</a:t>
              </a:r>
            </a:p>
          </p:txBody>
        </p:sp>
        <p:sp>
          <p:nvSpPr>
            <p:cNvPr name="TextBox 417" id="417"/>
            <p:cNvSpPr txBox="true"/>
            <p:nvPr/>
          </p:nvSpPr>
          <p:spPr>
            <a:xfrm rot="0">
              <a:off x="6418654" y="1080784"/>
              <a:ext cx="65485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 energía de Dominio de </a:t>
              </a:r>
            </a:p>
          </p:txBody>
        </p:sp>
        <p:sp>
          <p:nvSpPr>
            <p:cNvPr name="TextBox 418" id="418"/>
            <p:cNvSpPr txBox="true"/>
            <p:nvPr/>
          </p:nvSpPr>
          <p:spPr>
            <a:xfrm rot="0">
              <a:off x="6543998" y="1273376"/>
              <a:ext cx="37375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Sensores</a:t>
              </a:r>
            </a:p>
          </p:txBody>
        </p:sp>
        <p:sp>
          <p:nvSpPr>
            <p:cNvPr name="TextBox 419" id="419"/>
            <p:cNvSpPr txBox="true"/>
            <p:nvPr/>
          </p:nvSpPr>
          <p:spPr>
            <a:xfrm rot="0">
              <a:off x="6232987" y="520651"/>
              <a:ext cx="887962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 energía eléctrica de sensores </a:t>
              </a:r>
            </a:p>
          </p:txBody>
        </p:sp>
        <p:sp>
          <p:nvSpPr>
            <p:cNvPr name="TextBox 420" id="420"/>
            <p:cNvSpPr txBox="true"/>
            <p:nvPr/>
          </p:nvSpPr>
          <p:spPr>
            <a:xfrm rot="0">
              <a:off x="6350497" y="713243"/>
              <a:ext cx="62097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meteorológicos</a:t>
              </a:r>
            </a:p>
          </p:txBody>
        </p:sp>
        <p:sp>
          <p:nvSpPr>
            <p:cNvPr name="TextBox 421" id="421"/>
            <p:cNvSpPr txBox="true"/>
            <p:nvPr/>
          </p:nvSpPr>
          <p:spPr>
            <a:xfrm rot="0">
              <a:off x="6367732" y="1555401"/>
              <a:ext cx="75880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Energizar Dominio </a:t>
              </a:r>
            </a:p>
          </p:txBody>
        </p:sp>
        <p:sp>
          <p:nvSpPr>
            <p:cNvPr name="TextBox 422" id="422"/>
            <p:cNvSpPr txBox="true"/>
            <p:nvPr/>
          </p:nvSpPr>
          <p:spPr>
            <a:xfrm rot="0">
              <a:off x="6482111" y="1656459"/>
              <a:ext cx="4992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Sensores</a:t>
              </a:r>
            </a:p>
          </p:txBody>
        </p:sp>
        <p:sp>
          <p:nvSpPr>
            <p:cNvPr name="TextBox 423" id="423"/>
            <p:cNvSpPr txBox="true"/>
            <p:nvPr/>
          </p:nvSpPr>
          <p:spPr>
            <a:xfrm rot="0">
              <a:off x="6527548" y="8775364"/>
              <a:ext cx="634201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Mostrar estado operativo del </a:t>
              </a:r>
            </a:p>
          </p:txBody>
        </p:sp>
        <p:sp>
          <p:nvSpPr>
            <p:cNvPr name="TextBox 424" id="424"/>
            <p:cNvSpPr txBox="true"/>
            <p:nvPr/>
          </p:nvSpPr>
          <p:spPr>
            <a:xfrm rot="0">
              <a:off x="6674827" y="8967959"/>
              <a:ext cx="309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425" id="425"/>
            <p:cNvSpPr txBox="true"/>
            <p:nvPr/>
          </p:nvSpPr>
          <p:spPr>
            <a:xfrm rot="0">
              <a:off x="6488377" y="7333903"/>
              <a:ext cx="714469" cy="372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Mostrar alerta de obstáculo encontrado</a:t>
              </a:r>
            </a:p>
          </p:txBody>
        </p:sp>
        <p:sp>
          <p:nvSpPr>
            <p:cNvPr name="TextBox 426" id="426"/>
            <p:cNvSpPr txBox="true"/>
            <p:nvPr/>
          </p:nvSpPr>
          <p:spPr>
            <a:xfrm rot="0">
              <a:off x="6488377" y="7788276"/>
              <a:ext cx="71446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Mostrar alerta de energía del </a:t>
              </a:r>
            </a:p>
          </p:txBody>
        </p:sp>
        <p:sp>
          <p:nvSpPr>
            <p:cNvPr name="TextBox 427" id="427"/>
            <p:cNvSpPr txBox="true"/>
            <p:nvPr/>
          </p:nvSpPr>
          <p:spPr>
            <a:xfrm rot="0">
              <a:off x="6674827" y="7980871"/>
              <a:ext cx="30936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428" id="428"/>
            <p:cNvSpPr txBox="true"/>
            <p:nvPr/>
          </p:nvSpPr>
          <p:spPr>
            <a:xfrm rot="0">
              <a:off x="6471142" y="8289654"/>
              <a:ext cx="749148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Mostrar señal de estado de energía </a:t>
              </a:r>
            </a:p>
          </p:txBody>
        </p:sp>
        <p:sp>
          <p:nvSpPr>
            <p:cNvPr name="TextBox 429" id="429"/>
            <p:cNvSpPr txBox="true"/>
            <p:nvPr/>
          </p:nvSpPr>
          <p:spPr>
            <a:xfrm rot="0">
              <a:off x="6602753" y="8482249"/>
              <a:ext cx="45639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del sistema</a:t>
              </a:r>
            </a:p>
          </p:txBody>
        </p:sp>
        <p:sp>
          <p:nvSpPr>
            <p:cNvPr name="TextBox 430" id="430"/>
            <p:cNvSpPr txBox="true"/>
            <p:nvPr/>
          </p:nvSpPr>
          <p:spPr>
            <a:xfrm rot="0">
              <a:off x="7675233" y="2036409"/>
              <a:ext cx="12192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E.7</a:t>
              </a:r>
            </a:p>
          </p:txBody>
        </p:sp>
        <p:sp>
          <p:nvSpPr>
            <p:cNvPr name="TextBox 431" id="431"/>
            <p:cNvSpPr txBox="true"/>
            <p:nvPr/>
          </p:nvSpPr>
          <p:spPr>
            <a:xfrm rot="0">
              <a:off x="7387723" y="2939674"/>
              <a:ext cx="62076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señal </a:t>
              </a:r>
            </a:p>
          </p:txBody>
        </p:sp>
        <p:sp>
          <p:nvSpPr>
            <p:cNvPr name="TextBox 432" id="432"/>
            <p:cNvSpPr txBox="true"/>
            <p:nvPr/>
          </p:nvSpPr>
          <p:spPr>
            <a:xfrm rot="0">
              <a:off x="7426111" y="3040732"/>
              <a:ext cx="5186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GPS recibida</a:t>
              </a:r>
            </a:p>
          </p:txBody>
        </p:sp>
        <p:sp>
          <p:nvSpPr>
            <p:cNvPr name="TextBox 433" id="433"/>
            <p:cNvSpPr txBox="true"/>
            <p:nvPr/>
          </p:nvSpPr>
          <p:spPr>
            <a:xfrm rot="0">
              <a:off x="7549103" y="520651"/>
              <a:ext cx="405533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Energizar sensores </a:t>
              </a:r>
            </a:p>
          </p:txBody>
        </p:sp>
        <p:sp>
          <p:nvSpPr>
            <p:cNvPr name="TextBox 434" id="434"/>
            <p:cNvSpPr txBox="true"/>
            <p:nvPr/>
          </p:nvSpPr>
          <p:spPr>
            <a:xfrm rot="0">
              <a:off x="7430810" y="713243"/>
              <a:ext cx="62097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meteorológicos</a:t>
              </a:r>
            </a:p>
          </p:txBody>
        </p:sp>
        <p:sp>
          <p:nvSpPr>
            <p:cNvPr name="TextBox 435" id="435"/>
            <p:cNvSpPr txBox="true"/>
            <p:nvPr/>
          </p:nvSpPr>
          <p:spPr>
            <a:xfrm rot="0">
              <a:off x="7318784" y="3472386"/>
              <a:ext cx="74643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Procesar señal de </a:t>
              </a:r>
            </a:p>
          </p:txBody>
        </p:sp>
        <p:sp>
          <p:nvSpPr>
            <p:cNvPr name="TextBox 436" id="436"/>
            <p:cNvSpPr txBox="true"/>
            <p:nvPr/>
          </p:nvSpPr>
          <p:spPr>
            <a:xfrm rot="0">
              <a:off x="7367356" y="3573446"/>
              <a:ext cx="622505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mando recibida</a:t>
              </a:r>
            </a:p>
          </p:txBody>
        </p:sp>
        <p:sp>
          <p:nvSpPr>
            <p:cNvPr name="TextBox 437" id="437"/>
            <p:cNvSpPr txBox="true"/>
            <p:nvPr/>
          </p:nvSpPr>
          <p:spPr>
            <a:xfrm rot="0">
              <a:off x="7109615" y="2591843"/>
              <a:ext cx="95841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Dom. de Comunicación</a:t>
              </a:r>
            </a:p>
          </p:txBody>
        </p:sp>
        <p:sp>
          <p:nvSpPr>
            <p:cNvPr name="TextBox 438" id="438"/>
            <p:cNvSpPr txBox="true"/>
            <p:nvPr/>
          </p:nvSpPr>
          <p:spPr>
            <a:xfrm rot="0">
              <a:off x="7426893" y="1080784"/>
              <a:ext cx="654859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"/>
                </a:lnSpc>
              </a:pPr>
              <a:r>
                <a:rPr lang="en-US" sz="493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Regular energía de Dominio de </a:t>
              </a:r>
            </a:p>
          </p:txBody>
        </p:sp>
        <p:sp>
          <p:nvSpPr>
            <p:cNvPr name="TextBox 439" id="439"/>
            <p:cNvSpPr txBox="true"/>
            <p:nvPr/>
          </p:nvSpPr>
          <p:spPr>
            <a:xfrm rot="0">
              <a:off x="7509933" y="1273376"/>
              <a:ext cx="45985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Actuadores</a:t>
              </a:r>
            </a:p>
          </p:txBody>
        </p:sp>
        <p:sp>
          <p:nvSpPr>
            <p:cNvPr name="TextBox 440" id="440"/>
            <p:cNvSpPr txBox="true"/>
            <p:nvPr/>
          </p:nvSpPr>
          <p:spPr>
            <a:xfrm rot="0">
              <a:off x="7417492" y="5242876"/>
              <a:ext cx="67276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Transmitir datos </a:t>
              </a:r>
            </a:p>
          </p:txBody>
        </p:sp>
        <p:sp>
          <p:nvSpPr>
            <p:cNvPr name="TextBox 441" id="441"/>
            <p:cNvSpPr txBox="true"/>
            <p:nvPr/>
          </p:nvSpPr>
          <p:spPr>
            <a:xfrm rot="0">
              <a:off x="7430028" y="5343936"/>
              <a:ext cx="62097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meteorológicos</a:t>
              </a:r>
            </a:p>
          </p:txBody>
        </p:sp>
        <p:sp>
          <p:nvSpPr>
            <p:cNvPr name="TextBox 442" id="442"/>
            <p:cNvSpPr txBox="true"/>
            <p:nvPr/>
          </p:nvSpPr>
          <p:spPr>
            <a:xfrm rot="0">
              <a:off x="7376755" y="4412469"/>
              <a:ext cx="72369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Transmitir estado </a:t>
              </a:r>
            </a:p>
          </p:txBody>
        </p:sp>
        <p:sp>
          <p:nvSpPr>
            <p:cNvPr name="TextBox 443" id="443"/>
            <p:cNvSpPr txBox="true"/>
            <p:nvPr/>
          </p:nvSpPr>
          <p:spPr>
            <a:xfrm rot="0">
              <a:off x="7497400" y="4513529"/>
              <a:ext cx="44938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telemétrico</a:t>
              </a:r>
            </a:p>
          </p:txBody>
        </p:sp>
        <p:sp>
          <p:nvSpPr>
            <p:cNvPr name="TextBox 444" id="444"/>
            <p:cNvSpPr txBox="true"/>
            <p:nvPr/>
          </p:nvSpPr>
          <p:spPr>
            <a:xfrm rot="0">
              <a:off x="7375190" y="1560886"/>
              <a:ext cx="75880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Energizar Dominio </a:t>
              </a:r>
            </a:p>
          </p:txBody>
        </p:sp>
        <p:sp>
          <p:nvSpPr>
            <p:cNvPr name="TextBox 445" id="445"/>
            <p:cNvSpPr txBox="true"/>
            <p:nvPr/>
          </p:nvSpPr>
          <p:spPr>
            <a:xfrm rot="0">
              <a:off x="7447261" y="1661943"/>
              <a:ext cx="58531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Actuadores</a:t>
              </a:r>
            </a:p>
          </p:txBody>
        </p:sp>
        <p:sp>
          <p:nvSpPr>
            <p:cNvPr name="TextBox 446" id="446"/>
            <p:cNvSpPr txBox="true"/>
            <p:nvPr/>
          </p:nvSpPr>
          <p:spPr>
            <a:xfrm rot="0">
              <a:off x="8393613" y="2990596"/>
              <a:ext cx="1882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CO.1</a:t>
              </a:r>
            </a:p>
          </p:txBody>
        </p:sp>
        <p:sp>
          <p:nvSpPr>
            <p:cNvPr name="TextBox 447" id="447"/>
            <p:cNvSpPr txBox="true"/>
            <p:nvPr/>
          </p:nvSpPr>
          <p:spPr>
            <a:xfrm rot="0">
              <a:off x="9299226" y="-9525"/>
              <a:ext cx="57619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Calor disipado</a:t>
              </a:r>
            </a:p>
          </p:txBody>
        </p:sp>
        <p:sp>
          <p:nvSpPr>
            <p:cNvPr name="TextBox 448" id="448"/>
            <p:cNvSpPr txBox="true"/>
            <p:nvPr/>
          </p:nvSpPr>
          <p:spPr>
            <a:xfrm rot="0">
              <a:off x="8967847" y="10280156"/>
              <a:ext cx="916356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Suciedad del ambiente</a:t>
              </a:r>
            </a:p>
          </p:txBody>
        </p:sp>
        <p:sp>
          <p:nvSpPr>
            <p:cNvPr name="TextBox 449" id="449"/>
            <p:cNvSpPr txBox="true"/>
            <p:nvPr/>
          </p:nvSpPr>
          <p:spPr>
            <a:xfrm rot="0">
              <a:off x="9044620" y="10552782"/>
              <a:ext cx="83715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Vibraciones emitidas</a:t>
              </a:r>
            </a:p>
          </p:txBody>
        </p:sp>
        <p:sp>
          <p:nvSpPr>
            <p:cNvPr name="TextBox 450" id="450"/>
            <p:cNvSpPr txBox="true"/>
            <p:nvPr/>
          </p:nvSpPr>
          <p:spPr>
            <a:xfrm rot="0">
              <a:off x="8958446" y="11391147"/>
              <a:ext cx="927912" cy="271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96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Memoria externa</a:t>
              </a:r>
            </a:p>
            <a:p>
              <a:pPr algn="r">
                <a:lnSpc>
                  <a:spcPts val="596"/>
                </a:lnSpc>
              </a:pPr>
              <a:r>
                <a:rPr lang="en-US" sz="49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 datos actualizados</a:t>
              </a:r>
            </a:p>
          </p:txBody>
        </p:sp>
        <p:sp>
          <p:nvSpPr>
            <p:cNvPr name="TextBox 451" id="451"/>
            <p:cNvSpPr txBox="true"/>
            <p:nvPr/>
          </p:nvSpPr>
          <p:spPr>
            <a:xfrm rot="0">
              <a:off x="8994481" y="4371073"/>
              <a:ext cx="914332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Estado de transmisión telemétrica a estación </a:t>
              </a:r>
            </a:p>
          </p:txBody>
        </p:sp>
        <p:sp>
          <p:nvSpPr>
            <p:cNvPr name="TextBox 452" id="452"/>
            <p:cNvSpPr txBox="true"/>
            <p:nvPr/>
          </p:nvSpPr>
          <p:spPr>
            <a:xfrm rot="0">
              <a:off x="9676042" y="4563668"/>
              <a:ext cx="193223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</a:t>
              </a:r>
            </a:p>
          </p:txBody>
        </p:sp>
        <p:sp>
          <p:nvSpPr>
            <p:cNvPr name="TextBox 453" id="453"/>
            <p:cNvSpPr txBox="true"/>
            <p:nvPr/>
          </p:nvSpPr>
          <p:spPr>
            <a:xfrm rot="0">
              <a:off x="9218536" y="7825756"/>
              <a:ext cx="686140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Alerta de estado </a:t>
              </a:r>
            </a:p>
          </p:txBody>
        </p:sp>
        <p:sp>
          <p:nvSpPr>
            <p:cNvPr name="TextBox 454" id="454"/>
            <p:cNvSpPr txBox="true"/>
            <p:nvPr/>
          </p:nvSpPr>
          <p:spPr>
            <a:xfrm rot="0">
              <a:off x="9449637" y="7926815"/>
              <a:ext cx="42611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energía</a:t>
              </a:r>
            </a:p>
          </p:txBody>
        </p:sp>
        <p:sp>
          <p:nvSpPr>
            <p:cNvPr name="TextBox 455" id="455"/>
            <p:cNvSpPr txBox="true"/>
            <p:nvPr/>
          </p:nvSpPr>
          <p:spPr>
            <a:xfrm rot="0">
              <a:off x="9006232" y="561262"/>
              <a:ext cx="90288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Energía eléctrica para </a:t>
              </a:r>
            </a:p>
          </p:txBody>
        </p:sp>
        <p:sp>
          <p:nvSpPr>
            <p:cNvPr name="TextBox 456" id="456"/>
            <p:cNvSpPr txBox="true"/>
            <p:nvPr/>
          </p:nvSpPr>
          <p:spPr>
            <a:xfrm rot="0">
              <a:off x="8874621" y="662322"/>
              <a:ext cx="1010921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sensores meteorológicos</a:t>
              </a:r>
            </a:p>
          </p:txBody>
        </p:sp>
        <p:sp>
          <p:nvSpPr>
            <p:cNvPr name="TextBox 457" id="457"/>
            <p:cNvSpPr txBox="true"/>
            <p:nvPr/>
          </p:nvSpPr>
          <p:spPr>
            <a:xfrm rot="0">
              <a:off x="9100241" y="7374517"/>
              <a:ext cx="80727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Alerta de obstáculo </a:t>
              </a:r>
            </a:p>
          </p:txBody>
        </p:sp>
        <p:sp>
          <p:nvSpPr>
            <p:cNvPr name="TextBox 458" id="458"/>
            <p:cNvSpPr txBox="true"/>
            <p:nvPr/>
          </p:nvSpPr>
          <p:spPr>
            <a:xfrm rot="0">
              <a:off x="9415954" y="7475576"/>
              <a:ext cx="457554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2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encontrado</a:t>
              </a:r>
            </a:p>
          </p:txBody>
        </p:sp>
        <p:sp>
          <p:nvSpPr>
            <p:cNvPr name="TextBox 459" id="459"/>
            <p:cNvSpPr txBox="true"/>
            <p:nvPr/>
          </p:nvSpPr>
          <p:spPr>
            <a:xfrm rot="0">
              <a:off x="9133929" y="5201480"/>
              <a:ext cx="773121" cy="271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96"/>
                </a:lnSpc>
              </a:pPr>
              <a:r>
                <a:rPr lang="en-US" sz="493" spc="13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Paquetes de datos meteorológicos a </a:t>
              </a:r>
            </a:p>
          </p:txBody>
        </p:sp>
        <p:sp>
          <p:nvSpPr>
            <p:cNvPr name="TextBox 460" id="460"/>
            <p:cNvSpPr txBox="true"/>
            <p:nvPr/>
          </p:nvSpPr>
          <p:spPr>
            <a:xfrm rot="0">
              <a:off x="9318029" y="5394075"/>
              <a:ext cx="559197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estación base</a:t>
              </a:r>
            </a:p>
          </p:txBody>
        </p:sp>
        <p:sp>
          <p:nvSpPr>
            <p:cNvPr name="TextBox 461" id="461"/>
            <p:cNvSpPr txBox="true"/>
            <p:nvPr/>
          </p:nvSpPr>
          <p:spPr>
            <a:xfrm rot="0">
              <a:off x="9234204" y="8330268"/>
              <a:ext cx="67095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estado </a:t>
              </a:r>
            </a:p>
          </p:txBody>
        </p:sp>
        <p:sp>
          <p:nvSpPr>
            <p:cNvPr name="TextBox 462" id="462"/>
            <p:cNvSpPr txBox="true"/>
            <p:nvPr/>
          </p:nvSpPr>
          <p:spPr>
            <a:xfrm rot="0">
              <a:off x="9449637" y="8431328"/>
              <a:ext cx="42691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energía</a:t>
              </a:r>
            </a:p>
          </p:txBody>
        </p:sp>
        <p:sp>
          <p:nvSpPr>
            <p:cNvPr name="TextBox 463" id="463"/>
            <p:cNvSpPr txBox="true"/>
            <p:nvPr/>
          </p:nvSpPr>
          <p:spPr>
            <a:xfrm rot="0">
              <a:off x="9234204" y="8815978"/>
              <a:ext cx="670959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Señal de estado </a:t>
              </a:r>
            </a:p>
          </p:txBody>
        </p:sp>
        <p:sp>
          <p:nvSpPr>
            <p:cNvPr name="TextBox 464" id="464"/>
            <p:cNvSpPr txBox="true"/>
            <p:nvPr/>
          </p:nvSpPr>
          <p:spPr>
            <a:xfrm rot="0">
              <a:off x="9497426" y="8917038"/>
              <a:ext cx="375028" cy="18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"/>
                </a:lnSpc>
              </a:pPr>
              <a:r>
                <a:rPr lang="en-US" sz="493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operativo</a:t>
              </a:r>
            </a:p>
          </p:txBody>
        </p:sp>
      </p:grpSp>
      <p:sp>
        <p:nvSpPr>
          <p:cNvPr name="TextBox 465" id="465"/>
          <p:cNvSpPr txBox="true"/>
          <p:nvPr/>
        </p:nvSpPr>
        <p:spPr>
          <a:xfrm rot="0">
            <a:off x="-1137513" y="3125426"/>
            <a:ext cx="7555452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Estructura de Funciones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46713"/>
            <a:ext cx="6273631" cy="6187925"/>
          </a:xfrm>
          <a:custGeom>
            <a:avLst/>
            <a:gdLst/>
            <a:ahLst/>
            <a:cxnLst/>
            <a:rect r="r" b="b" t="t" l="l"/>
            <a:pathLst>
              <a:path h="6187925" w="6273631">
                <a:moveTo>
                  <a:pt x="0" y="0"/>
                </a:moveTo>
                <a:lnTo>
                  <a:pt x="6273631" y="0"/>
                </a:lnTo>
                <a:lnTo>
                  <a:pt x="6273631" y="6187925"/>
                </a:lnTo>
                <a:lnTo>
                  <a:pt x="0" y="6187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00075" y="2746713"/>
            <a:ext cx="6187925" cy="6187925"/>
          </a:xfrm>
          <a:custGeom>
            <a:avLst/>
            <a:gdLst/>
            <a:ahLst/>
            <a:cxnLst/>
            <a:rect r="r" b="b" t="t" l="l"/>
            <a:pathLst>
              <a:path h="6187925" w="6187925">
                <a:moveTo>
                  <a:pt x="0" y="0"/>
                </a:moveTo>
                <a:lnTo>
                  <a:pt x="6187925" y="0"/>
                </a:lnTo>
                <a:lnTo>
                  <a:pt x="6187925" y="6187925"/>
                </a:lnTo>
                <a:lnTo>
                  <a:pt x="0" y="6187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3631" y="2774032"/>
            <a:ext cx="5997994" cy="6133287"/>
          </a:xfrm>
          <a:custGeom>
            <a:avLst/>
            <a:gdLst/>
            <a:ahLst/>
            <a:cxnLst/>
            <a:rect r="r" b="b" t="t" l="l"/>
            <a:pathLst>
              <a:path h="6133287" w="5997994">
                <a:moveTo>
                  <a:pt x="0" y="0"/>
                </a:moveTo>
                <a:lnTo>
                  <a:pt x="5997993" y="0"/>
                </a:lnTo>
                <a:lnTo>
                  <a:pt x="5997993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9566" y="304800"/>
            <a:ext cx="828314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Conceptos de Solución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03888" y="9258300"/>
            <a:ext cx="2637249" cy="884008"/>
            <a:chOff x="0" y="0"/>
            <a:chExt cx="694584" cy="232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584" cy="232825"/>
            </a:xfrm>
            <a:custGeom>
              <a:avLst/>
              <a:gdLst/>
              <a:ahLst/>
              <a:cxnLst/>
              <a:rect r="r" b="b" t="t" l="l"/>
              <a:pathLst>
                <a:path h="232825" w="694584">
                  <a:moveTo>
                    <a:pt x="73390" y="0"/>
                  </a:moveTo>
                  <a:lnTo>
                    <a:pt x="621194" y="0"/>
                  </a:lnTo>
                  <a:cubicBezTo>
                    <a:pt x="640658" y="0"/>
                    <a:pt x="659325" y="7732"/>
                    <a:pt x="673089" y="21495"/>
                  </a:cubicBezTo>
                  <a:cubicBezTo>
                    <a:pt x="686852" y="35259"/>
                    <a:pt x="694584" y="53926"/>
                    <a:pt x="694584" y="73390"/>
                  </a:cubicBezTo>
                  <a:lnTo>
                    <a:pt x="694584" y="159435"/>
                  </a:lnTo>
                  <a:cubicBezTo>
                    <a:pt x="694584" y="178899"/>
                    <a:pt x="686852" y="197566"/>
                    <a:pt x="673089" y="211330"/>
                  </a:cubicBezTo>
                  <a:cubicBezTo>
                    <a:pt x="659325" y="225093"/>
                    <a:pt x="640658" y="232825"/>
                    <a:pt x="621194" y="232825"/>
                  </a:cubicBezTo>
                  <a:lnTo>
                    <a:pt x="73390" y="232825"/>
                  </a:lnTo>
                  <a:cubicBezTo>
                    <a:pt x="53926" y="232825"/>
                    <a:pt x="35259" y="225093"/>
                    <a:pt x="21495" y="211330"/>
                  </a:cubicBezTo>
                  <a:cubicBezTo>
                    <a:pt x="7732" y="197566"/>
                    <a:pt x="0" y="178899"/>
                    <a:pt x="0" y="159435"/>
                  </a:cubicBezTo>
                  <a:lnTo>
                    <a:pt x="0" y="73390"/>
                  </a:lnTo>
                  <a:cubicBezTo>
                    <a:pt x="0" y="53926"/>
                    <a:pt x="7732" y="35259"/>
                    <a:pt x="21495" y="21495"/>
                  </a:cubicBezTo>
                  <a:cubicBezTo>
                    <a:pt x="35259" y="7732"/>
                    <a:pt x="53926" y="0"/>
                    <a:pt x="73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694584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Poco robustos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75413" y="9258300"/>
            <a:ext cx="2637249" cy="884008"/>
            <a:chOff x="0" y="0"/>
            <a:chExt cx="694584" cy="232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4584" cy="232825"/>
            </a:xfrm>
            <a:custGeom>
              <a:avLst/>
              <a:gdLst/>
              <a:ahLst/>
              <a:cxnLst/>
              <a:rect r="r" b="b" t="t" l="l"/>
              <a:pathLst>
                <a:path h="232825" w="694584">
                  <a:moveTo>
                    <a:pt x="73390" y="0"/>
                  </a:moveTo>
                  <a:lnTo>
                    <a:pt x="621194" y="0"/>
                  </a:lnTo>
                  <a:cubicBezTo>
                    <a:pt x="640658" y="0"/>
                    <a:pt x="659325" y="7732"/>
                    <a:pt x="673089" y="21495"/>
                  </a:cubicBezTo>
                  <a:cubicBezTo>
                    <a:pt x="686852" y="35259"/>
                    <a:pt x="694584" y="53926"/>
                    <a:pt x="694584" y="73390"/>
                  </a:cubicBezTo>
                  <a:lnTo>
                    <a:pt x="694584" y="159435"/>
                  </a:lnTo>
                  <a:cubicBezTo>
                    <a:pt x="694584" y="178899"/>
                    <a:pt x="686852" y="197566"/>
                    <a:pt x="673089" y="211330"/>
                  </a:cubicBezTo>
                  <a:cubicBezTo>
                    <a:pt x="659325" y="225093"/>
                    <a:pt x="640658" y="232825"/>
                    <a:pt x="621194" y="232825"/>
                  </a:cubicBezTo>
                  <a:lnTo>
                    <a:pt x="73390" y="232825"/>
                  </a:lnTo>
                  <a:cubicBezTo>
                    <a:pt x="53926" y="232825"/>
                    <a:pt x="35259" y="225093"/>
                    <a:pt x="21495" y="211330"/>
                  </a:cubicBezTo>
                  <a:cubicBezTo>
                    <a:pt x="7732" y="197566"/>
                    <a:pt x="0" y="178899"/>
                    <a:pt x="0" y="159435"/>
                  </a:cubicBezTo>
                  <a:lnTo>
                    <a:pt x="0" y="73390"/>
                  </a:lnTo>
                  <a:cubicBezTo>
                    <a:pt x="0" y="53926"/>
                    <a:pt x="7732" y="35259"/>
                    <a:pt x="21495" y="21495"/>
                  </a:cubicBezTo>
                  <a:cubicBezTo>
                    <a:pt x="35259" y="7732"/>
                    <a:pt x="53926" y="0"/>
                    <a:pt x="733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694584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Muy costosos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0998" y="5017617"/>
            <a:ext cx="3774697" cy="884008"/>
            <a:chOff x="0" y="0"/>
            <a:chExt cx="994159" cy="232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159" cy="232825"/>
            </a:xfrm>
            <a:custGeom>
              <a:avLst/>
              <a:gdLst/>
              <a:ahLst/>
              <a:cxnLst/>
              <a:rect r="r" b="b" t="t" l="l"/>
              <a:pathLst>
                <a:path h="232825" w="994159">
                  <a:moveTo>
                    <a:pt x="51275" y="0"/>
                  </a:moveTo>
                  <a:lnTo>
                    <a:pt x="942884" y="0"/>
                  </a:lnTo>
                  <a:cubicBezTo>
                    <a:pt x="956483" y="0"/>
                    <a:pt x="969525" y="5402"/>
                    <a:pt x="979141" y="15018"/>
                  </a:cubicBezTo>
                  <a:cubicBezTo>
                    <a:pt x="988757" y="24634"/>
                    <a:pt x="994159" y="37676"/>
                    <a:pt x="994159" y="51275"/>
                  </a:cubicBezTo>
                  <a:lnTo>
                    <a:pt x="994159" y="181550"/>
                  </a:lnTo>
                  <a:cubicBezTo>
                    <a:pt x="994159" y="195149"/>
                    <a:pt x="988757" y="208191"/>
                    <a:pt x="979141" y="217807"/>
                  </a:cubicBezTo>
                  <a:cubicBezTo>
                    <a:pt x="969525" y="227423"/>
                    <a:pt x="956483" y="232825"/>
                    <a:pt x="942884" y="232825"/>
                  </a:cubicBezTo>
                  <a:lnTo>
                    <a:pt x="51275" y="232825"/>
                  </a:lnTo>
                  <a:cubicBezTo>
                    <a:pt x="37676" y="232825"/>
                    <a:pt x="24634" y="227423"/>
                    <a:pt x="15018" y="217807"/>
                  </a:cubicBezTo>
                  <a:cubicBezTo>
                    <a:pt x="5402" y="208191"/>
                    <a:pt x="0" y="195149"/>
                    <a:pt x="0" y="181550"/>
                  </a:cubicBezTo>
                  <a:lnTo>
                    <a:pt x="0" y="51275"/>
                  </a:lnTo>
                  <a:cubicBezTo>
                    <a:pt x="0" y="37676"/>
                    <a:pt x="5402" y="24634"/>
                    <a:pt x="15018" y="15018"/>
                  </a:cubicBezTo>
                  <a:cubicBezTo>
                    <a:pt x="24634" y="5402"/>
                    <a:pt x="37676" y="0"/>
                    <a:pt x="51275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994159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Mecanismo diferencial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5078" y="9345123"/>
            <a:ext cx="4106537" cy="884008"/>
            <a:chOff x="0" y="0"/>
            <a:chExt cx="1081557" cy="232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557" cy="232825"/>
            </a:xfrm>
            <a:custGeom>
              <a:avLst/>
              <a:gdLst/>
              <a:ahLst/>
              <a:cxnLst/>
              <a:rect r="r" b="b" t="t" l="l"/>
              <a:pathLst>
                <a:path h="232825" w="1081557">
                  <a:moveTo>
                    <a:pt x="47132" y="0"/>
                  </a:moveTo>
                  <a:lnTo>
                    <a:pt x="1034426" y="0"/>
                  </a:lnTo>
                  <a:cubicBezTo>
                    <a:pt x="1060456" y="0"/>
                    <a:pt x="1081557" y="21102"/>
                    <a:pt x="1081557" y="47132"/>
                  </a:cubicBezTo>
                  <a:lnTo>
                    <a:pt x="1081557" y="185694"/>
                  </a:lnTo>
                  <a:cubicBezTo>
                    <a:pt x="1081557" y="198194"/>
                    <a:pt x="1076592" y="210182"/>
                    <a:pt x="1067753" y="219021"/>
                  </a:cubicBezTo>
                  <a:cubicBezTo>
                    <a:pt x="1058914" y="227860"/>
                    <a:pt x="1046926" y="232825"/>
                    <a:pt x="1034426" y="232825"/>
                  </a:cubicBezTo>
                  <a:lnTo>
                    <a:pt x="47132" y="232825"/>
                  </a:lnTo>
                  <a:cubicBezTo>
                    <a:pt x="34632" y="232825"/>
                    <a:pt x="22643" y="227860"/>
                    <a:pt x="13805" y="219021"/>
                  </a:cubicBezTo>
                  <a:cubicBezTo>
                    <a:pt x="4966" y="210182"/>
                    <a:pt x="0" y="198194"/>
                    <a:pt x="0" y="185694"/>
                  </a:cubicBezTo>
                  <a:lnTo>
                    <a:pt x="0" y="47132"/>
                  </a:lnTo>
                  <a:cubicBezTo>
                    <a:pt x="0" y="34632"/>
                    <a:pt x="4966" y="22643"/>
                    <a:pt x="13805" y="13805"/>
                  </a:cubicBezTo>
                  <a:cubicBezTo>
                    <a:pt x="22643" y="4966"/>
                    <a:pt x="34632" y="0"/>
                    <a:pt x="4713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081557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Mecanismo goniométrico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48686" y="1844961"/>
            <a:ext cx="4210614" cy="6170270"/>
          </a:xfrm>
          <a:custGeom>
            <a:avLst/>
            <a:gdLst/>
            <a:ahLst/>
            <a:cxnLst/>
            <a:rect r="r" b="b" t="t" l="l"/>
            <a:pathLst>
              <a:path h="6170270" w="4210614">
                <a:moveTo>
                  <a:pt x="0" y="0"/>
                </a:moveTo>
                <a:lnTo>
                  <a:pt x="4210614" y="0"/>
                </a:lnTo>
                <a:lnTo>
                  <a:pt x="4210614" y="6170270"/>
                </a:lnTo>
                <a:lnTo>
                  <a:pt x="0" y="6170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0762" y="6073075"/>
            <a:ext cx="4485653" cy="3186323"/>
          </a:xfrm>
          <a:custGeom>
            <a:avLst/>
            <a:gdLst/>
            <a:ahLst/>
            <a:cxnLst/>
            <a:rect r="r" b="b" t="t" l="l"/>
            <a:pathLst>
              <a:path h="3186323" w="4485653">
                <a:moveTo>
                  <a:pt x="0" y="0"/>
                </a:moveTo>
                <a:lnTo>
                  <a:pt x="4485653" y="0"/>
                </a:lnTo>
                <a:lnTo>
                  <a:pt x="4485653" y="3186323"/>
                </a:lnTo>
                <a:lnTo>
                  <a:pt x="0" y="3186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0762" y="1568731"/>
            <a:ext cx="4635169" cy="3278534"/>
          </a:xfrm>
          <a:custGeom>
            <a:avLst/>
            <a:gdLst/>
            <a:ahLst/>
            <a:cxnLst/>
            <a:rect r="r" b="b" t="t" l="l"/>
            <a:pathLst>
              <a:path h="3278534" w="4635169">
                <a:moveTo>
                  <a:pt x="0" y="0"/>
                </a:moveTo>
                <a:lnTo>
                  <a:pt x="4635169" y="0"/>
                </a:lnTo>
                <a:lnTo>
                  <a:pt x="4635169" y="3278534"/>
                </a:lnTo>
                <a:lnTo>
                  <a:pt x="0" y="327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566" y="304800"/>
            <a:ext cx="828314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Concepto Óptimo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012234" y="8426869"/>
            <a:ext cx="4283519" cy="1360258"/>
            <a:chOff x="0" y="0"/>
            <a:chExt cx="1128170" cy="3582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8170" cy="358257"/>
            </a:xfrm>
            <a:custGeom>
              <a:avLst/>
              <a:gdLst/>
              <a:ahLst/>
              <a:cxnLst/>
              <a:rect r="r" b="b" t="t" l="l"/>
              <a:pathLst>
                <a:path h="358257" w="1128170">
                  <a:moveTo>
                    <a:pt x="45184" y="0"/>
                  </a:moveTo>
                  <a:lnTo>
                    <a:pt x="1082985" y="0"/>
                  </a:lnTo>
                  <a:cubicBezTo>
                    <a:pt x="1094969" y="0"/>
                    <a:pt x="1106462" y="4760"/>
                    <a:pt x="1114935" y="13234"/>
                  </a:cubicBezTo>
                  <a:cubicBezTo>
                    <a:pt x="1123409" y="21708"/>
                    <a:pt x="1128170" y="33201"/>
                    <a:pt x="1128170" y="45184"/>
                  </a:cubicBezTo>
                  <a:lnTo>
                    <a:pt x="1128170" y="313073"/>
                  </a:lnTo>
                  <a:cubicBezTo>
                    <a:pt x="1128170" y="325057"/>
                    <a:pt x="1123409" y="336549"/>
                    <a:pt x="1114935" y="345023"/>
                  </a:cubicBezTo>
                  <a:cubicBezTo>
                    <a:pt x="1106462" y="353497"/>
                    <a:pt x="1094969" y="358257"/>
                    <a:pt x="1082985" y="358257"/>
                  </a:cubicBezTo>
                  <a:lnTo>
                    <a:pt x="45184" y="358257"/>
                  </a:lnTo>
                  <a:cubicBezTo>
                    <a:pt x="33201" y="358257"/>
                    <a:pt x="21708" y="353497"/>
                    <a:pt x="13234" y="345023"/>
                  </a:cubicBezTo>
                  <a:cubicBezTo>
                    <a:pt x="4760" y="336549"/>
                    <a:pt x="0" y="325057"/>
                    <a:pt x="0" y="313073"/>
                  </a:cubicBezTo>
                  <a:lnTo>
                    <a:pt x="0" y="45184"/>
                  </a:lnTo>
                  <a:cubicBezTo>
                    <a:pt x="0" y="33201"/>
                    <a:pt x="4760" y="21708"/>
                    <a:pt x="13234" y="13234"/>
                  </a:cubicBezTo>
                  <a:cubicBezTo>
                    <a:pt x="21708" y="4760"/>
                    <a:pt x="33201" y="0"/>
                    <a:pt x="45184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128170" cy="43445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Mecanismo de pantógrafo para elevación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676415" y="1844961"/>
            <a:ext cx="7052085" cy="7648724"/>
          </a:xfrm>
          <a:custGeom>
            <a:avLst/>
            <a:gdLst/>
            <a:ahLst/>
            <a:cxnLst/>
            <a:rect r="r" b="b" t="t" l="l"/>
            <a:pathLst>
              <a:path h="7648724" w="7052085">
                <a:moveTo>
                  <a:pt x="0" y="0"/>
                </a:moveTo>
                <a:lnTo>
                  <a:pt x="7052085" y="0"/>
                </a:lnTo>
                <a:lnTo>
                  <a:pt x="7052085" y="7648724"/>
                </a:lnTo>
                <a:lnTo>
                  <a:pt x="0" y="764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34978" y="3516923"/>
            <a:ext cx="3509225" cy="884008"/>
            <a:chOff x="0" y="0"/>
            <a:chExt cx="924240" cy="232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4240" cy="232825"/>
            </a:xfrm>
            <a:custGeom>
              <a:avLst/>
              <a:gdLst/>
              <a:ahLst/>
              <a:cxnLst/>
              <a:rect r="r" b="b" t="t" l="l"/>
              <a:pathLst>
                <a:path h="232825" w="924240">
                  <a:moveTo>
                    <a:pt x="55154" y="0"/>
                  </a:moveTo>
                  <a:lnTo>
                    <a:pt x="869086" y="0"/>
                  </a:lnTo>
                  <a:cubicBezTo>
                    <a:pt x="883714" y="0"/>
                    <a:pt x="897743" y="5811"/>
                    <a:pt x="908086" y="16154"/>
                  </a:cubicBezTo>
                  <a:cubicBezTo>
                    <a:pt x="918429" y="26498"/>
                    <a:pt x="924240" y="40526"/>
                    <a:pt x="924240" y="55154"/>
                  </a:cubicBezTo>
                  <a:lnTo>
                    <a:pt x="924240" y="177671"/>
                  </a:lnTo>
                  <a:cubicBezTo>
                    <a:pt x="924240" y="192299"/>
                    <a:pt x="918429" y="206328"/>
                    <a:pt x="908086" y="216671"/>
                  </a:cubicBezTo>
                  <a:cubicBezTo>
                    <a:pt x="897743" y="227014"/>
                    <a:pt x="883714" y="232825"/>
                    <a:pt x="869086" y="232825"/>
                  </a:cubicBezTo>
                  <a:lnTo>
                    <a:pt x="55154" y="232825"/>
                  </a:lnTo>
                  <a:cubicBezTo>
                    <a:pt x="40526" y="232825"/>
                    <a:pt x="26498" y="227014"/>
                    <a:pt x="16154" y="216671"/>
                  </a:cubicBezTo>
                  <a:cubicBezTo>
                    <a:pt x="5811" y="206328"/>
                    <a:pt x="0" y="192299"/>
                    <a:pt x="0" y="177671"/>
                  </a:cubicBezTo>
                  <a:lnTo>
                    <a:pt x="0" y="55154"/>
                  </a:lnTo>
                  <a:cubicBezTo>
                    <a:pt x="0" y="40526"/>
                    <a:pt x="5811" y="26498"/>
                    <a:pt x="16154" y="16154"/>
                  </a:cubicBezTo>
                  <a:cubicBezTo>
                    <a:pt x="26498" y="5811"/>
                    <a:pt x="40526" y="0"/>
                    <a:pt x="55154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924240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Carcasa de aluminio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27151" y="224960"/>
            <a:ext cx="9501516" cy="10305389"/>
          </a:xfrm>
          <a:custGeom>
            <a:avLst/>
            <a:gdLst/>
            <a:ahLst/>
            <a:cxnLst/>
            <a:rect r="r" b="b" t="t" l="l"/>
            <a:pathLst>
              <a:path h="10305389" w="9501516">
                <a:moveTo>
                  <a:pt x="0" y="0"/>
                </a:moveTo>
                <a:lnTo>
                  <a:pt x="9501516" y="0"/>
                </a:lnTo>
                <a:lnTo>
                  <a:pt x="9501516" y="10305390"/>
                </a:lnTo>
                <a:lnTo>
                  <a:pt x="0" y="1030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5755" y="6390335"/>
            <a:ext cx="4261396" cy="884008"/>
            <a:chOff x="0" y="0"/>
            <a:chExt cx="1122343" cy="232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2343" cy="232825"/>
            </a:xfrm>
            <a:custGeom>
              <a:avLst/>
              <a:gdLst/>
              <a:ahLst/>
              <a:cxnLst/>
              <a:rect r="r" b="b" t="t" l="l"/>
              <a:pathLst>
                <a:path h="232825" w="1122343">
                  <a:moveTo>
                    <a:pt x="45419" y="0"/>
                  </a:moveTo>
                  <a:lnTo>
                    <a:pt x="1076924" y="0"/>
                  </a:lnTo>
                  <a:cubicBezTo>
                    <a:pt x="1102008" y="0"/>
                    <a:pt x="1122343" y="20335"/>
                    <a:pt x="1122343" y="45419"/>
                  </a:cubicBezTo>
                  <a:lnTo>
                    <a:pt x="1122343" y="187406"/>
                  </a:lnTo>
                  <a:cubicBezTo>
                    <a:pt x="1122343" y="199452"/>
                    <a:pt x="1117558" y="211005"/>
                    <a:pt x="1109040" y="219522"/>
                  </a:cubicBezTo>
                  <a:cubicBezTo>
                    <a:pt x="1100522" y="228040"/>
                    <a:pt x="1088970" y="232825"/>
                    <a:pt x="1076924" y="232825"/>
                  </a:cubicBezTo>
                  <a:lnTo>
                    <a:pt x="45419" y="232825"/>
                  </a:lnTo>
                  <a:cubicBezTo>
                    <a:pt x="20335" y="232825"/>
                    <a:pt x="0" y="212490"/>
                    <a:pt x="0" y="187406"/>
                  </a:cubicBezTo>
                  <a:lnTo>
                    <a:pt x="0" y="45419"/>
                  </a:lnTo>
                  <a:cubicBezTo>
                    <a:pt x="0" y="20335"/>
                    <a:pt x="20335" y="0"/>
                    <a:pt x="45419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22343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Utiliza una cámara frontal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5755" y="1805625"/>
            <a:ext cx="3973801" cy="884008"/>
            <a:chOff x="0" y="0"/>
            <a:chExt cx="1046598" cy="232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6598" cy="232825"/>
            </a:xfrm>
            <a:custGeom>
              <a:avLst/>
              <a:gdLst/>
              <a:ahLst/>
              <a:cxnLst/>
              <a:rect r="r" b="b" t="t" l="l"/>
              <a:pathLst>
                <a:path h="232825" w="1046598">
                  <a:moveTo>
                    <a:pt x="48706" y="0"/>
                  </a:moveTo>
                  <a:lnTo>
                    <a:pt x="997892" y="0"/>
                  </a:lnTo>
                  <a:cubicBezTo>
                    <a:pt x="1024791" y="0"/>
                    <a:pt x="1046598" y="21806"/>
                    <a:pt x="1046598" y="48706"/>
                  </a:cubicBezTo>
                  <a:lnTo>
                    <a:pt x="1046598" y="184119"/>
                  </a:lnTo>
                  <a:cubicBezTo>
                    <a:pt x="1046598" y="211019"/>
                    <a:pt x="1024791" y="232825"/>
                    <a:pt x="997892" y="232825"/>
                  </a:cubicBezTo>
                  <a:lnTo>
                    <a:pt x="48706" y="232825"/>
                  </a:lnTo>
                  <a:cubicBezTo>
                    <a:pt x="21806" y="232825"/>
                    <a:pt x="0" y="211019"/>
                    <a:pt x="0" y="184119"/>
                  </a:cubicBezTo>
                  <a:lnTo>
                    <a:pt x="0" y="48706"/>
                  </a:lnTo>
                  <a:cubicBezTo>
                    <a:pt x="0" y="21806"/>
                    <a:pt x="21806" y="0"/>
                    <a:pt x="48706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46598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Transmisión de datos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60236" y="5948331"/>
            <a:ext cx="4327764" cy="884008"/>
            <a:chOff x="0" y="0"/>
            <a:chExt cx="1139823" cy="232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9823" cy="232825"/>
            </a:xfrm>
            <a:custGeom>
              <a:avLst/>
              <a:gdLst/>
              <a:ahLst/>
              <a:cxnLst/>
              <a:rect r="r" b="b" t="t" l="l"/>
              <a:pathLst>
                <a:path h="232825" w="1139823">
                  <a:moveTo>
                    <a:pt x="44722" y="0"/>
                  </a:moveTo>
                  <a:lnTo>
                    <a:pt x="1095100" y="0"/>
                  </a:lnTo>
                  <a:cubicBezTo>
                    <a:pt x="1119800" y="0"/>
                    <a:pt x="1139823" y="20023"/>
                    <a:pt x="1139823" y="44722"/>
                  </a:cubicBezTo>
                  <a:lnTo>
                    <a:pt x="1139823" y="188103"/>
                  </a:lnTo>
                  <a:cubicBezTo>
                    <a:pt x="1139823" y="199964"/>
                    <a:pt x="1135111" y="211339"/>
                    <a:pt x="1126724" y="219726"/>
                  </a:cubicBezTo>
                  <a:cubicBezTo>
                    <a:pt x="1118337" y="228113"/>
                    <a:pt x="1106961" y="232825"/>
                    <a:pt x="1095100" y="232825"/>
                  </a:cubicBezTo>
                  <a:lnTo>
                    <a:pt x="44722" y="232825"/>
                  </a:lnTo>
                  <a:cubicBezTo>
                    <a:pt x="32861" y="232825"/>
                    <a:pt x="21486" y="228113"/>
                    <a:pt x="13099" y="219726"/>
                  </a:cubicBezTo>
                  <a:cubicBezTo>
                    <a:pt x="4712" y="211339"/>
                    <a:pt x="0" y="199964"/>
                    <a:pt x="0" y="188103"/>
                  </a:cubicBezTo>
                  <a:lnTo>
                    <a:pt x="0" y="44722"/>
                  </a:lnTo>
                  <a:cubicBezTo>
                    <a:pt x="0" y="32861"/>
                    <a:pt x="4712" y="21486"/>
                    <a:pt x="13099" y="13099"/>
                  </a:cubicBezTo>
                  <a:cubicBezTo>
                    <a:pt x="21486" y="4712"/>
                    <a:pt x="32861" y="0"/>
                    <a:pt x="4472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139823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Baterías de litio protegidas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173188" y="2225056"/>
            <a:ext cx="1623622" cy="17338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V="true">
            <a:off x="4527151" y="6390335"/>
            <a:ext cx="2520496" cy="4420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11037487" y="6003012"/>
            <a:ext cx="2922749" cy="3873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H="true">
            <a:off x="12123235" y="3958927"/>
            <a:ext cx="2511743" cy="11845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V="true">
            <a:off x="4641137" y="7274343"/>
            <a:ext cx="2957118" cy="205100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468232" y="8883348"/>
            <a:ext cx="4172906" cy="884008"/>
            <a:chOff x="0" y="0"/>
            <a:chExt cx="1099037" cy="2328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9037" cy="232825"/>
            </a:xfrm>
            <a:custGeom>
              <a:avLst/>
              <a:gdLst/>
              <a:ahLst/>
              <a:cxnLst/>
              <a:rect r="r" b="b" t="t" l="l"/>
              <a:pathLst>
                <a:path h="232825" w="1099037">
                  <a:moveTo>
                    <a:pt x="46382" y="0"/>
                  </a:moveTo>
                  <a:lnTo>
                    <a:pt x="1052655" y="0"/>
                  </a:lnTo>
                  <a:cubicBezTo>
                    <a:pt x="1064956" y="0"/>
                    <a:pt x="1076754" y="4887"/>
                    <a:pt x="1085452" y="13585"/>
                  </a:cubicBezTo>
                  <a:cubicBezTo>
                    <a:pt x="1094150" y="22283"/>
                    <a:pt x="1099037" y="34081"/>
                    <a:pt x="1099037" y="46382"/>
                  </a:cubicBezTo>
                  <a:lnTo>
                    <a:pt x="1099037" y="186443"/>
                  </a:lnTo>
                  <a:cubicBezTo>
                    <a:pt x="1099037" y="212059"/>
                    <a:pt x="1078271" y="232825"/>
                    <a:pt x="1052655" y="232825"/>
                  </a:cubicBezTo>
                  <a:lnTo>
                    <a:pt x="46382" y="232825"/>
                  </a:lnTo>
                  <a:cubicBezTo>
                    <a:pt x="34081" y="232825"/>
                    <a:pt x="22283" y="227939"/>
                    <a:pt x="13585" y="219240"/>
                  </a:cubicBezTo>
                  <a:cubicBezTo>
                    <a:pt x="4887" y="210542"/>
                    <a:pt x="0" y="198744"/>
                    <a:pt x="0" y="186443"/>
                  </a:cubicBezTo>
                  <a:lnTo>
                    <a:pt x="0" y="46382"/>
                  </a:lnTo>
                  <a:cubicBezTo>
                    <a:pt x="0" y="34081"/>
                    <a:pt x="4887" y="22283"/>
                    <a:pt x="13585" y="13585"/>
                  </a:cubicBezTo>
                  <a:cubicBezTo>
                    <a:pt x="22283" y="4887"/>
                    <a:pt x="34081" y="0"/>
                    <a:pt x="4638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099037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Integra una pantalla TFT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60236" y="7999340"/>
            <a:ext cx="4327764" cy="1360258"/>
            <a:chOff x="0" y="0"/>
            <a:chExt cx="1139823" cy="3582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9823" cy="358257"/>
            </a:xfrm>
            <a:custGeom>
              <a:avLst/>
              <a:gdLst/>
              <a:ahLst/>
              <a:cxnLst/>
              <a:rect r="r" b="b" t="t" l="l"/>
              <a:pathLst>
                <a:path h="358257" w="1139823">
                  <a:moveTo>
                    <a:pt x="44722" y="0"/>
                  </a:moveTo>
                  <a:lnTo>
                    <a:pt x="1095100" y="0"/>
                  </a:lnTo>
                  <a:cubicBezTo>
                    <a:pt x="1119800" y="0"/>
                    <a:pt x="1139823" y="20023"/>
                    <a:pt x="1139823" y="44722"/>
                  </a:cubicBezTo>
                  <a:lnTo>
                    <a:pt x="1139823" y="313535"/>
                  </a:lnTo>
                  <a:cubicBezTo>
                    <a:pt x="1139823" y="325396"/>
                    <a:pt x="1135111" y="336771"/>
                    <a:pt x="1126724" y="345158"/>
                  </a:cubicBezTo>
                  <a:cubicBezTo>
                    <a:pt x="1118337" y="353545"/>
                    <a:pt x="1106961" y="358257"/>
                    <a:pt x="1095100" y="358257"/>
                  </a:cubicBezTo>
                  <a:lnTo>
                    <a:pt x="44722" y="358257"/>
                  </a:lnTo>
                  <a:cubicBezTo>
                    <a:pt x="32861" y="358257"/>
                    <a:pt x="21486" y="353545"/>
                    <a:pt x="13099" y="345158"/>
                  </a:cubicBezTo>
                  <a:cubicBezTo>
                    <a:pt x="4712" y="336771"/>
                    <a:pt x="0" y="325396"/>
                    <a:pt x="0" y="313535"/>
                  </a:cubicBezTo>
                  <a:lnTo>
                    <a:pt x="0" y="44722"/>
                  </a:lnTo>
                  <a:cubicBezTo>
                    <a:pt x="0" y="32861"/>
                    <a:pt x="4712" y="21486"/>
                    <a:pt x="13099" y="13099"/>
                  </a:cubicBezTo>
                  <a:cubicBezTo>
                    <a:pt x="21486" y="4712"/>
                    <a:pt x="32861" y="0"/>
                    <a:pt x="4472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139823" cy="43445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Espacio para integrar sensores meteorológicos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8782709" y="5659616"/>
            <a:ext cx="5177527" cy="30198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499566" y="304800"/>
            <a:ext cx="828314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Concepto Óptimo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65755" y="3958927"/>
            <a:ext cx="4327764" cy="1836508"/>
            <a:chOff x="0" y="0"/>
            <a:chExt cx="1139823" cy="4836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9823" cy="483689"/>
            </a:xfrm>
            <a:custGeom>
              <a:avLst/>
              <a:gdLst/>
              <a:ahLst/>
              <a:cxnLst/>
              <a:rect r="r" b="b" t="t" l="l"/>
              <a:pathLst>
                <a:path h="483689" w="1139823">
                  <a:moveTo>
                    <a:pt x="44722" y="0"/>
                  </a:moveTo>
                  <a:lnTo>
                    <a:pt x="1095100" y="0"/>
                  </a:lnTo>
                  <a:cubicBezTo>
                    <a:pt x="1119800" y="0"/>
                    <a:pt x="1139823" y="20023"/>
                    <a:pt x="1139823" y="44722"/>
                  </a:cubicBezTo>
                  <a:lnTo>
                    <a:pt x="1139823" y="438967"/>
                  </a:lnTo>
                  <a:cubicBezTo>
                    <a:pt x="1139823" y="450828"/>
                    <a:pt x="1135111" y="462203"/>
                    <a:pt x="1126724" y="470591"/>
                  </a:cubicBezTo>
                  <a:cubicBezTo>
                    <a:pt x="1118337" y="478978"/>
                    <a:pt x="1106961" y="483689"/>
                    <a:pt x="1095100" y="483689"/>
                  </a:cubicBezTo>
                  <a:lnTo>
                    <a:pt x="44722" y="483689"/>
                  </a:lnTo>
                  <a:cubicBezTo>
                    <a:pt x="20023" y="483689"/>
                    <a:pt x="0" y="463667"/>
                    <a:pt x="0" y="438967"/>
                  </a:cubicBezTo>
                  <a:lnTo>
                    <a:pt x="0" y="44722"/>
                  </a:lnTo>
                  <a:cubicBezTo>
                    <a:pt x="0" y="32861"/>
                    <a:pt x="4712" y="21486"/>
                    <a:pt x="13099" y="13099"/>
                  </a:cubicBezTo>
                  <a:cubicBezTo>
                    <a:pt x="21486" y="4712"/>
                    <a:pt x="32861" y="0"/>
                    <a:pt x="4472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139823" cy="559889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Terminales para conexiones con sensores meteorológicos.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4593519" y="4679176"/>
            <a:ext cx="2127599" cy="1980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739" y="0"/>
            <a:ext cx="17902523" cy="10287000"/>
          </a:xfrm>
          <a:custGeom>
            <a:avLst/>
            <a:gdLst/>
            <a:ahLst/>
            <a:cxnLst/>
            <a:rect r="r" b="b" t="t" l="l"/>
            <a:pathLst>
              <a:path h="10287000" w="17902523">
                <a:moveTo>
                  <a:pt x="0" y="0"/>
                </a:moveTo>
                <a:lnTo>
                  <a:pt x="17902522" y="0"/>
                </a:lnTo>
                <a:lnTo>
                  <a:pt x="179025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143" y="0"/>
            <a:ext cx="17591714" cy="10287000"/>
          </a:xfrm>
          <a:custGeom>
            <a:avLst/>
            <a:gdLst/>
            <a:ahLst/>
            <a:cxnLst/>
            <a:rect r="r" b="b" t="t" l="l"/>
            <a:pathLst>
              <a:path h="10287000" w="17591714">
                <a:moveTo>
                  <a:pt x="0" y="0"/>
                </a:moveTo>
                <a:lnTo>
                  <a:pt x="17591714" y="0"/>
                </a:lnTo>
                <a:lnTo>
                  <a:pt x="17591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566" y="304800"/>
            <a:ext cx="828314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Conclusiones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64039" y="1962795"/>
            <a:ext cx="11141553" cy="1360258"/>
            <a:chOff x="0" y="0"/>
            <a:chExt cx="2934401" cy="358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4401" cy="358257"/>
            </a:xfrm>
            <a:custGeom>
              <a:avLst/>
              <a:gdLst/>
              <a:ahLst/>
              <a:cxnLst/>
              <a:rect r="r" b="b" t="t" l="l"/>
              <a:pathLst>
                <a:path h="358257" w="2934401">
                  <a:moveTo>
                    <a:pt x="17372" y="0"/>
                  </a:moveTo>
                  <a:lnTo>
                    <a:pt x="2917029" y="0"/>
                  </a:lnTo>
                  <a:cubicBezTo>
                    <a:pt x="2926623" y="0"/>
                    <a:pt x="2934401" y="7778"/>
                    <a:pt x="2934401" y="17372"/>
                  </a:cubicBezTo>
                  <a:lnTo>
                    <a:pt x="2934401" y="340886"/>
                  </a:lnTo>
                  <a:cubicBezTo>
                    <a:pt x="2934401" y="345493"/>
                    <a:pt x="2932571" y="349911"/>
                    <a:pt x="2929313" y="353169"/>
                  </a:cubicBezTo>
                  <a:cubicBezTo>
                    <a:pt x="2926055" y="356427"/>
                    <a:pt x="2921636" y="358257"/>
                    <a:pt x="2917029" y="358257"/>
                  </a:cubicBezTo>
                  <a:lnTo>
                    <a:pt x="17372" y="358257"/>
                  </a:lnTo>
                  <a:cubicBezTo>
                    <a:pt x="7778" y="358257"/>
                    <a:pt x="0" y="350480"/>
                    <a:pt x="0" y="340886"/>
                  </a:cubicBezTo>
                  <a:lnTo>
                    <a:pt x="0" y="17372"/>
                  </a:lnTo>
                  <a:cubicBezTo>
                    <a:pt x="0" y="7778"/>
                    <a:pt x="7778" y="0"/>
                    <a:pt x="1737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934401" cy="43445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mecanismo de tracción estable. Igual los mecanismos independientes para posicionar el sensor de irradiancia, cada uno con control integrado.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64039" y="3542128"/>
            <a:ext cx="11141553" cy="1360258"/>
            <a:chOff x="0" y="0"/>
            <a:chExt cx="2934401" cy="358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401" cy="358257"/>
            </a:xfrm>
            <a:custGeom>
              <a:avLst/>
              <a:gdLst/>
              <a:ahLst/>
              <a:cxnLst/>
              <a:rect r="r" b="b" t="t" l="l"/>
              <a:pathLst>
                <a:path h="358257" w="2934401">
                  <a:moveTo>
                    <a:pt x="17372" y="0"/>
                  </a:moveTo>
                  <a:lnTo>
                    <a:pt x="2917029" y="0"/>
                  </a:lnTo>
                  <a:cubicBezTo>
                    <a:pt x="2926623" y="0"/>
                    <a:pt x="2934401" y="7778"/>
                    <a:pt x="2934401" y="17372"/>
                  </a:cubicBezTo>
                  <a:lnTo>
                    <a:pt x="2934401" y="340886"/>
                  </a:lnTo>
                  <a:cubicBezTo>
                    <a:pt x="2934401" y="345493"/>
                    <a:pt x="2932571" y="349911"/>
                    <a:pt x="2929313" y="353169"/>
                  </a:cubicBezTo>
                  <a:cubicBezTo>
                    <a:pt x="2926055" y="356427"/>
                    <a:pt x="2921636" y="358257"/>
                    <a:pt x="2917029" y="358257"/>
                  </a:cubicBezTo>
                  <a:lnTo>
                    <a:pt x="17372" y="358257"/>
                  </a:lnTo>
                  <a:cubicBezTo>
                    <a:pt x="7778" y="358257"/>
                    <a:pt x="0" y="350480"/>
                    <a:pt x="0" y="340886"/>
                  </a:cubicBezTo>
                  <a:lnTo>
                    <a:pt x="0" y="17372"/>
                  </a:lnTo>
                  <a:cubicBezTo>
                    <a:pt x="0" y="7778"/>
                    <a:pt x="7778" y="0"/>
                    <a:pt x="1737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934401" cy="43445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 establecieron los algoritmos necesarios para la navegación autónoma, seguimiento de rutas y evasión de obstáculos, basadas en la SBC.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64039" y="5121461"/>
            <a:ext cx="11141553" cy="1360258"/>
            <a:chOff x="0" y="0"/>
            <a:chExt cx="2934401" cy="3582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34401" cy="358257"/>
            </a:xfrm>
            <a:custGeom>
              <a:avLst/>
              <a:gdLst/>
              <a:ahLst/>
              <a:cxnLst/>
              <a:rect r="r" b="b" t="t" l="l"/>
              <a:pathLst>
                <a:path h="358257" w="2934401">
                  <a:moveTo>
                    <a:pt x="17372" y="0"/>
                  </a:moveTo>
                  <a:lnTo>
                    <a:pt x="2917029" y="0"/>
                  </a:lnTo>
                  <a:cubicBezTo>
                    <a:pt x="2926623" y="0"/>
                    <a:pt x="2934401" y="7778"/>
                    <a:pt x="2934401" y="17372"/>
                  </a:cubicBezTo>
                  <a:lnTo>
                    <a:pt x="2934401" y="340886"/>
                  </a:lnTo>
                  <a:cubicBezTo>
                    <a:pt x="2934401" y="345493"/>
                    <a:pt x="2932571" y="349911"/>
                    <a:pt x="2929313" y="353169"/>
                  </a:cubicBezTo>
                  <a:cubicBezTo>
                    <a:pt x="2926055" y="356427"/>
                    <a:pt x="2921636" y="358257"/>
                    <a:pt x="2917029" y="358257"/>
                  </a:cubicBezTo>
                  <a:lnTo>
                    <a:pt x="17372" y="358257"/>
                  </a:lnTo>
                  <a:cubicBezTo>
                    <a:pt x="7778" y="358257"/>
                    <a:pt x="0" y="350480"/>
                    <a:pt x="0" y="340886"/>
                  </a:cubicBezTo>
                  <a:lnTo>
                    <a:pt x="0" y="17372"/>
                  </a:lnTo>
                  <a:cubicBezTo>
                    <a:pt x="0" y="7778"/>
                    <a:pt x="7778" y="0"/>
                    <a:pt x="1737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934401" cy="43445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 definió una red de telemetría bidireccional para la transmisión eficiente y de alta distancia.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64039" y="6700794"/>
            <a:ext cx="11141553" cy="1836508"/>
            <a:chOff x="0" y="0"/>
            <a:chExt cx="2934401" cy="483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34401" cy="483689"/>
            </a:xfrm>
            <a:custGeom>
              <a:avLst/>
              <a:gdLst/>
              <a:ahLst/>
              <a:cxnLst/>
              <a:rect r="r" b="b" t="t" l="l"/>
              <a:pathLst>
                <a:path h="483689" w="2934401">
                  <a:moveTo>
                    <a:pt x="17372" y="0"/>
                  </a:moveTo>
                  <a:lnTo>
                    <a:pt x="2917029" y="0"/>
                  </a:lnTo>
                  <a:cubicBezTo>
                    <a:pt x="2926623" y="0"/>
                    <a:pt x="2934401" y="7778"/>
                    <a:pt x="2934401" y="17372"/>
                  </a:cubicBezTo>
                  <a:lnTo>
                    <a:pt x="2934401" y="466318"/>
                  </a:lnTo>
                  <a:cubicBezTo>
                    <a:pt x="2934401" y="475912"/>
                    <a:pt x="2926623" y="483689"/>
                    <a:pt x="2917029" y="483689"/>
                  </a:cubicBezTo>
                  <a:lnTo>
                    <a:pt x="17372" y="483689"/>
                  </a:lnTo>
                  <a:cubicBezTo>
                    <a:pt x="7778" y="483689"/>
                    <a:pt x="0" y="475912"/>
                    <a:pt x="0" y="466318"/>
                  </a:cubicBezTo>
                  <a:lnTo>
                    <a:pt x="0" y="17372"/>
                  </a:lnTo>
                  <a:cubicBezTo>
                    <a:pt x="0" y="7778"/>
                    <a:pt x="7778" y="0"/>
                    <a:pt x="17372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934401" cy="559889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Aunque la solución ofrezca conexiones para sensores meteorológicos externos, está limitada a cierta alimentación y protocolos de comunicación.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64039" y="863015"/>
            <a:ext cx="5570777" cy="884008"/>
            <a:chOff x="0" y="0"/>
            <a:chExt cx="1467200" cy="232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7200" cy="232825"/>
            </a:xfrm>
            <a:custGeom>
              <a:avLst/>
              <a:gdLst/>
              <a:ahLst/>
              <a:cxnLst/>
              <a:rect r="r" b="b" t="t" l="l"/>
              <a:pathLst>
                <a:path h="232825" w="1467200">
                  <a:moveTo>
                    <a:pt x="34743" y="0"/>
                  </a:moveTo>
                  <a:lnTo>
                    <a:pt x="1432457" y="0"/>
                  </a:lnTo>
                  <a:cubicBezTo>
                    <a:pt x="1441672" y="0"/>
                    <a:pt x="1450509" y="3660"/>
                    <a:pt x="1457024" y="10176"/>
                  </a:cubicBezTo>
                  <a:cubicBezTo>
                    <a:pt x="1463540" y="16692"/>
                    <a:pt x="1467200" y="25529"/>
                    <a:pt x="1467200" y="34743"/>
                  </a:cubicBezTo>
                  <a:lnTo>
                    <a:pt x="1467200" y="198082"/>
                  </a:lnTo>
                  <a:cubicBezTo>
                    <a:pt x="1467200" y="207296"/>
                    <a:pt x="1463540" y="216133"/>
                    <a:pt x="1457024" y="222649"/>
                  </a:cubicBezTo>
                  <a:cubicBezTo>
                    <a:pt x="1450509" y="229165"/>
                    <a:pt x="1441672" y="232825"/>
                    <a:pt x="1432457" y="232825"/>
                  </a:cubicBezTo>
                  <a:lnTo>
                    <a:pt x="34743" y="232825"/>
                  </a:lnTo>
                  <a:cubicBezTo>
                    <a:pt x="25529" y="232825"/>
                    <a:pt x="16692" y="229165"/>
                    <a:pt x="10176" y="222649"/>
                  </a:cubicBezTo>
                  <a:cubicBezTo>
                    <a:pt x="3660" y="216133"/>
                    <a:pt x="0" y="207296"/>
                    <a:pt x="0" y="198082"/>
                  </a:cubicBezTo>
                  <a:lnTo>
                    <a:pt x="0" y="34743"/>
                  </a:lnTo>
                  <a:cubicBezTo>
                    <a:pt x="0" y="25529"/>
                    <a:pt x="3660" y="16692"/>
                    <a:pt x="10176" y="10176"/>
                  </a:cubicBezTo>
                  <a:cubicBezTo>
                    <a:pt x="16692" y="3660"/>
                    <a:pt x="25529" y="0"/>
                    <a:pt x="34743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467200" cy="30902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750"/>
                </a:lnSpc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 el diseño del concepto óptimo.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2411603"/>
            <a:ext cx="6264039" cy="6794006"/>
          </a:xfrm>
          <a:custGeom>
            <a:avLst/>
            <a:gdLst/>
            <a:ahLst/>
            <a:cxnLst/>
            <a:rect r="r" b="b" t="t" l="l"/>
            <a:pathLst>
              <a:path h="6794006" w="6264039">
                <a:moveTo>
                  <a:pt x="0" y="0"/>
                </a:moveTo>
                <a:lnTo>
                  <a:pt x="6264039" y="0"/>
                </a:lnTo>
                <a:lnTo>
                  <a:pt x="6264039" y="6794006"/>
                </a:lnTo>
                <a:lnTo>
                  <a:pt x="0" y="679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498642" y="6816053"/>
            <a:ext cx="11346563" cy="11346563"/>
          </a:xfrm>
          <a:custGeom>
            <a:avLst/>
            <a:gdLst/>
            <a:ahLst/>
            <a:cxnLst/>
            <a:rect r="r" b="b" t="t" l="l"/>
            <a:pathLst>
              <a:path h="11346563" w="11346563">
                <a:moveTo>
                  <a:pt x="0" y="0"/>
                </a:moveTo>
                <a:lnTo>
                  <a:pt x="11346563" y="0"/>
                </a:lnTo>
                <a:lnTo>
                  <a:pt x="11346563" y="11346563"/>
                </a:lnTo>
                <a:lnTo>
                  <a:pt x="0" y="11346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9566" y="1706792"/>
            <a:ext cx="17158925" cy="7551508"/>
            <a:chOff x="0" y="0"/>
            <a:chExt cx="4519223" cy="1988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9223" cy="1988875"/>
            </a:xfrm>
            <a:custGeom>
              <a:avLst/>
              <a:gdLst/>
              <a:ahLst/>
              <a:cxnLst/>
              <a:rect r="r" b="b" t="t" l="l"/>
              <a:pathLst>
                <a:path h="1988875" w="4519223">
                  <a:moveTo>
                    <a:pt x="11280" y="0"/>
                  </a:moveTo>
                  <a:lnTo>
                    <a:pt x="4507943" y="0"/>
                  </a:lnTo>
                  <a:cubicBezTo>
                    <a:pt x="4514173" y="0"/>
                    <a:pt x="4519223" y="5050"/>
                    <a:pt x="4519223" y="11280"/>
                  </a:cubicBezTo>
                  <a:lnTo>
                    <a:pt x="4519223" y="1977595"/>
                  </a:lnTo>
                  <a:cubicBezTo>
                    <a:pt x="4519223" y="1980586"/>
                    <a:pt x="4518035" y="1983455"/>
                    <a:pt x="4515919" y="1985571"/>
                  </a:cubicBezTo>
                  <a:cubicBezTo>
                    <a:pt x="4513804" y="1987686"/>
                    <a:pt x="4510935" y="1988875"/>
                    <a:pt x="4507943" y="1988875"/>
                  </a:cubicBezTo>
                  <a:lnTo>
                    <a:pt x="11280" y="1988875"/>
                  </a:lnTo>
                  <a:cubicBezTo>
                    <a:pt x="8288" y="1988875"/>
                    <a:pt x="5419" y="1987686"/>
                    <a:pt x="3304" y="1985571"/>
                  </a:cubicBezTo>
                  <a:cubicBezTo>
                    <a:pt x="1188" y="1983455"/>
                    <a:pt x="0" y="1980586"/>
                    <a:pt x="0" y="1977595"/>
                  </a:cubicBezTo>
                  <a:lnTo>
                    <a:pt x="0" y="11280"/>
                  </a:lnTo>
                  <a:cubicBezTo>
                    <a:pt x="0" y="8288"/>
                    <a:pt x="1188" y="5419"/>
                    <a:pt x="3304" y="3304"/>
                  </a:cubicBezTo>
                  <a:cubicBezTo>
                    <a:pt x="5419" y="1188"/>
                    <a:pt x="8288" y="0"/>
                    <a:pt x="1128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519223" cy="206507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García, M., Marroyo, L., Lorenzo, E., Marcos, J., &amp; Pérez, M. (2014). Solar irradiation and PV module temperature dispersion at a large-scale PV plant. Progress in Photovoltaics: Research and Applications.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IEC. (2021). Photovoltaic system performance - Part 1: Monitoring (Norma Internacional IEC 61724-1:2021). International Electrotechnical Commission.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Yale Environment 360. ( 2025, 26 de marzo). Renewables Made Up More Than 90 Percent of New Power Installed Globally Last Year. 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  <a:hlinkClick r:id="rId4" tooltip="https://e360.yale.edu/digest/renewable-capacity-irena-2024"/>
                </a:rPr>
                <a:t>https://e360.yale.edu/digest/renewable-capacity-irena-2024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Arbórea Intellbird. (s.f.). Antecursor Fotovoltaico. Antecursor. </a:t>
              </a: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  <a:hlinkClick r:id="rId5" tooltip="http://antecursor.net/antecursor-fotovoltaico/"/>
                </a:rPr>
                <a:t>http://antecursor.net/antecursor-fotovoltaico/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Zhang, Y., &amp; Zhang, X. (2024). 一种可伸缩式太阳能微型自动气象站 Una estación meteorológica automática microscópica solar telescópica (Patente N.º CN 222047271 U). Administración Nacional de Propiedad Intelectual de China. 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Cui, J., Yang, W., Cheng, Y., &amp; Zhang, X. (2023). 一种光伏发电站巡检车 Un vehículo de inspección para estaciones de energía fotovoltaica (Patente N.º CN 218409341 U). Administración Nacional de Propiedad Intelectual de China.</a:t>
              </a:r>
            </a:p>
            <a:p>
              <a:pPr algn="l" marL="539753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sz="2500" spc="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García Salinas, C., Martín Furones, A., Anquela Julián, A. B., &amp; Moreno, J. A. (2025). Optimal pyranometer placement in bifacial PV plants on complex terrain. Solar Energy.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9566" y="304800"/>
            <a:ext cx="828314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  <a:spcBef>
                <a:spcPct val="0"/>
              </a:spcBef>
            </a:pPr>
            <a:r>
              <a:rPr lang="en-US" b="true" sz="6000">
                <a:solidFill>
                  <a:srgbClr val="263C4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Bibliografía.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0722" y="4174884"/>
            <a:ext cx="671214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903"/>
              </a:lnSpc>
            </a:pPr>
            <a:r>
              <a:rPr lang="en-US" b="true" sz="9086">
                <a:solidFill>
                  <a:srgbClr val="FF751F"/>
                </a:solidFill>
                <a:latin typeface="Now Bold"/>
                <a:ea typeface="Now Bold"/>
                <a:cs typeface="Now Bold"/>
                <a:sym typeface="Now Bold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618213" y="-818958"/>
            <a:ext cx="13293359" cy="13293359"/>
          </a:xfrm>
          <a:custGeom>
            <a:avLst/>
            <a:gdLst/>
            <a:ahLst/>
            <a:cxnLst/>
            <a:rect r="r" b="b" t="t" l="l"/>
            <a:pathLst>
              <a:path h="13293359" w="13293359">
                <a:moveTo>
                  <a:pt x="0" y="0"/>
                </a:moveTo>
                <a:lnTo>
                  <a:pt x="13293359" y="0"/>
                </a:lnTo>
                <a:lnTo>
                  <a:pt x="13293359" y="13293360"/>
                </a:lnTo>
                <a:lnTo>
                  <a:pt x="0" y="13293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DAHNmlah99I</dc:identifier>
  <dcterms:modified xsi:type="dcterms:W3CDTF">2011-08-01T06:04:30Z</dcterms:modified>
  <cp:revision>1</cp:revision>
  <dc:title>TFC1 - Presentación Oral</dc:title>
</cp:coreProperties>
</file>